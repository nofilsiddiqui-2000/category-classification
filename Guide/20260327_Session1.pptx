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66" r:id="rId4"/>
    <p:sldId id="270" r:id="rId5"/>
    <p:sldId id="269" r:id="rId6"/>
    <p:sldId id="268" r:id="rId7"/>
    <p:sldId id="257" r:id="rId8"/>
    <p:sldId id="258" r:id="rId9"/>
    <p:sldId id="262" r:id="rId10"/>
    <p:sldId id="263" r:id="rId11"/>
    <p:sldId id="264" r:id="rId12"/>
    <p:sldId id="265" r:id="rId13"/>
    <p:sldId id="259" r:id="rId14"/>
    <p:sldId id="260" r:id="rId15"/>
    <p:sldId id="261" r:id="rId16"/>
    <p:sldId id="271" r:id="rId17"/>
    <p:sldId id="272" r:id="rId18"/>
    <p:sldId id="273" r:id="rId19"/>
    <p:sldId id="274" r:id="rId2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09B221-0916-48F9-B8AB-FE4CA2CDD5A6}" v="47" dt="2026-03-26T10:14:19.1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zammil Hussain" userId="bc645954-e6ad-4e83-98a7-9fc5ffb44fff" providerId="ADAL" clId="{ECA7C1B5-EF66-414A-AD9F-BAC33916F0AE}"/>
    <pc:docChg chg="undo custSel addSld delSld modSld sldOrd">
      <pc:chgData name="Muzammil Hussain" userId="bc645954-e6ad-4e83-98a7-9fc5ffb44fff" providerId="ADAL" clId="{ECA7C1B5-EF66-414A-AD9F-BAC33916F0AE}" dt="2026-03-27T07:10:13.948" v="2971" actId="20577"/>
      <pc:docMkLst>
        <pc:docMk/>
      </pc:docMkLst>
      <pc:sldChg chg="modSp new mod">
        <pc:chgData name="Muzammil Hussain" userId="bc645954-e6ad-4e83-98a7-9fc5ffb44fff" providerId="ADAL" clId="{ECA7C1B5-EF66-414A-AD9F-BAC33916F0AE}" dt="2026-03-26T09:54:50.915" v="1766" actId="20577"/>
        <pc:sldMkLst>
          <pc:docMk/>
          <pc:sldMk cId="3886337454" sldId="256"/>
        </pc:sldMkLst>
        <pc:spChg chg="mod">
          <ac:chgData name="Muzammil Hussain" userId="bc645954-e6ad-4e83-98a7-9fc5ffb44fff" providerId="ADAL" clId="{ECA7C1B5-EF66-414A-AD9F-BAC33916F0AE}" dt="2026-03-26T09:54:50.915" v="1766" actId="20577"/>
          <ac:spMkLst>
            <pc:docMk/>
            <pc:sldMk cId="3886337454" sldId="256"/>
            <ac:spMk id="2" creationId="{CC8C8213-B70F-B3EA-25E9-ADDDBF9A3C5E}"/>
          </ac:spMkLst>
        </pc:spChg>
        <pc:spChg chg="mod">
          <ac:chgData name="Muzammil Hussain" userId="bc645954-e6ad-4e83-98a7-9fc5ffb44fff" providerId="ADAL" clId="{ECA7C1B5-EF66-414A-AD9F-BAC33916F0AE}" dt="2026-03-16T15:13:36.177" v="1745" actId="790"/>
          <ac:spMkLst>
            <pc:docMk/>
            <pc:sldMk cId="3886337454" sldId="256"/>
            <ac:spMk id="3" creationId="{82E03013-1F9C-767C-4796-C4EF199A26EC}"/>
          </ac:spMkLst>
        </pc:spChg>
      </pc:sldChg>
      <pc:sldChg chg="addSp delSp modSp new mod">
        <pc:chgData name="Muzammil Hussain" userId="bc645954-e6ad-4e83-98a7-9fc5ffb44fff" providerId="ADAL" clId="{ECA7C1B5-EF66-414A-AD9F-BAC33916F0AE}" dt="2026-03-16T15:13:36.177" v="1745" actId="790"/>
        <pc:sldMkLst>
          <pc:docMk/>
          <pc:sldMk cId="2511327311" sldId="257"/>
        </pc:sldMkLst>
        <pc:spChg chg="mod">
          <ac:chgData name="Muzammil Hussain" userId="bc645954-e6ad-4e83-98a7-9fc5ffb44fff" providerId="ADAL" clId="{ECA7C1B5-EF66-414A-AD9F-BAC33916F0AE}" dt="2026-03-16T15:13:36.177" v="1745" actId="790"/>
          <ac:spMkLst>
            <pc:docMk/>
            <pc:sldMk cId="2511327311" sldId="257"/>
            <ac:spMk id="2" creationId="{C976BE04-51FC-ADAA-AE00-8E984F46B699}"/>
          </ac:spMkLst>
        </pc:spChg>
        <pc:spChg chg="add mod">
          <ac:chgData name="Muzammil Hussain" userId="bc645954-e6ad-4e83-98a7-9fc5ffb44fff" providerId="ADAL" clId="{ECA7C1B5-EF66-414A-AD9F-BAC33916F0AE}" dt="2026-03-16T15:13:36.177" v="1745" actId="790"/>
          <ac:spMkLst>
            <pc:docMk/>
            <pc:sldMk cId="2511327311" sldId="257"/>
            <ac:spMk id="4" creationId="{F1319957-CE1F-FF6B-38E4-6C9C23B728EB}"/>
          </ac:spMkLst>
        </pc:spChg>
        <pc:spChg chg="add mod">
          <ac:chgData name="Muzammil Hussain" userId="bc645954-e6ad-4e83-98a7-9fc5ffb44fff" providerId="ADAL" clId="{ECA7C1B5-EF66-414A-AD9F-BAC33916F0AE}" dt="2026-03-16T15:13:36.177" v="1745" actId="790"/>
          <ac:spMkLst>
            <pc:docMk/>
            <pc:sldMk cId="2511327311" sldId="257"/>
            <ac:spMk id="7" creationId="{14875C3A-F67D-F0A7-78F2-2478763B7952}"/>
          </ac:spMkLst>
        </pc:spChg>
        <pc:spChg chg="add mod">
          <ac:chgData name="Muzammil Hussain" userId="bc645954-e6ad-4e83-98a7-9fc5ffb44fff" providerId="ADAL" clId="{ECA7C1B5-EF66-414A-AD9F-BAC33916F0AE}" dt="2026-03-16T15:13:36.177" v="1745" actId="790"/>
          <ac:spMkLst>
            <pc:docMk/>
            <pc:sldMk cId="2511327311" sldId="257"/>
            <ac:spMk id="9" creationId="{6A1C1B0C-8FC6-EE0B-36DB-886B61B7645F}"/>
          </ac:spMkLst>
        </pc:spChg>
        <pc:spChg chg="add mod">
          <ac:chgData name="Muzammil Hussain" userId="bc645954-e6ad-4e83-98a7-9fc5ffb44fff" providerId="ADAL" clId="{ECA7C1B5-EF66-414A-AD9F-BAC33916F0AE}" dt="2026-03-16T15:13:36.177" v="1745" actId="790"/>
          <ac:spMkLst>
            <pc:docMk/>
            <pc:sldMk cId="2511327311" sldId="257"/>
            <ac:spMk id="10" creationId="{954B2AB9-11B6-E79C-2829-F7F97B0B1CFA}"/>
          </ac:spMkLst>
        </pc:spChg>
        <pc:cxnChg chg="add mod">
          <ac:chgData name="Muzammil Hussain" userId="bc645954-e6ad-4e83-98a7-9fc5ffb44fff" providerId="ADAL" clId="{ECA7C1B5-EF66-414A-AD9F-BAC33916F0AE}" dt="2026-03-16T14:46:26.066" v="145" actId="208"/>
          <ac:cxnSpMkLst>
            <pc:docMk/>
            <pc:sldMk cId="2511327311" sldId="257"/>
            <ac:cxnSpMk id="6" creationId="{D0DACC21-DB0A-C9F8-14D1-92BB6D04A3C6}"/>
          </ac:cxnSpMkLst>
        </pc:cxnChg>
        <pc:cxnChg chg="add mod">
          <ac:chgData name="Muzammil Hussain" userId="bc645954-e6ad-4e83-98a7-9fc5ffb44fff" providerId="ADAL" clId="{ECA7C1B5-EF66-414A-AD9F-BAC33916F0AE}" dt="2026-03-16T14:47:18.146" v="164" actId="1076"/>
          <ac:cxnSpMkLst>
            <pc:docMk/>
            <pc:sldMk cId="2511327311" sldId="257"/>
            <ac:cxnSpMk id="8" creationId="{B727B75B-0EA0-2F9D-7A62-64C154214E3E}"/>
          </ac:cxnSpMkLst>
        </pc:cxnChg>
      </pc:sldChg>
      <pc:sldChg chg="addSp delSp modSp new mod">
        <pc:chgData name="Muzammil Hussain" userId="bc645954-e6ad-4e83-98a7-9fc5ffb44fff" providerId="ADAL" clId="{ECA7C1B5-EF66-414A-AD9F-BAC33916F0AE}" dt="2026-03-27T07:10:13.948" v="2971" actId="20577"/>
        <pc:sldMkLst>
          <pc:docMk/>
          <pc:sldMk cId="1082270120" sldId="258"/>
        </pc:sldMkLst>
        <pc:spChg chg="mod">
          <ac:chgData name="Muzammil Hussain" userId="bc645954-e6ad-4e83-98a7-9fc5ffb44fff" providerId="ADAL" clId="{ECA7C1B5-EF66-414A-AD9F-BAC33916F0AE}" dt="2026-03-16T15:13:36.177" v="1745" actId="790"/>
          <ac:spMkLst>
            <pc:docMk/>
            <pc:sldMk cId="1082270120" sldId="258"/>
            <ac:spMk id="2" creationId="{FC612EBD-5C67-DC96-418B-8686E06319B3}"/>
          </ac:spMkLst>
        </pc:spChg>
        <pc:graphicFrameChg chg="add mod modGraphic">
          <ac:chgData name="Muzammil Hussain" userId="bc645954-e6ad-4e83-98a7-9fc5ffb44fff" providerId="ADAL" clId="{ECA7C1B5-EF66-414A-AD9F-BAC33916F0AE}" dt="2026-03-27T07:10:13.948" v="2971" actId="20577"/>
          <ac:graphicFrameMkLst>
            <pc:docMk/>
            <pc:sldMk cId="1082270120" sldId="258"/>
            <ac:graphicFrameMk id="4" creationId="{A7C75E3B-5783-D39F-E952-0B4A7A24A0C8}"/>
          </ac:graphicFrameMkLst>
        </pc:graphicFrameChg>
      </pc:sldChg>
      <pc:sldChg chg="modSp new mod">
        <pc:chgData name="Muzammil Hussain" userId="bc645954-e6ad-4e83-98a7-9fc5ffb44fff" providerId="ADAL" clId="{ECA7C1B5-EF66-414A-AD9F-BAC33916F0AE}" dt="2026-03-16T15:13:36.177" v="1745" actId="790"/>
        <pc:sldMkLst>
          <pc:docMk/>
          <pc:sldMk cId="2829974490" sldId="259"/>
        </pc:sldMkLst>
        <pc:spChg chg="mod">
          <ac:chgData name="Muzammil Hussain" userId="bc645954-e6ad-4e83-98a7-9fc5ffb44fff" providerId="ADAL" clId="{ECA7C1B5-EF66-414A-AD9F-BAC33916F0AE}" dt="2026-03-16T15:13:36.177" v="1745" actId="790"/>
          <ac:spMkLst>
            <pc:docMk/>
            <pc:sldMk cId="2829974490" sldId="259"/>
            <ac:spMk id="2" creationId="{FF839DE1-EA09-DEA3-C685-13E7406C8A9B}"/>
          </ac:spMkLst>
        </pc:spChg>
        <pc:spChg chg="mod">
          <ac:chgData name="Muzammil Hussain" userId="bc645954-e6ad-4e83-98a7-9fc5ffb44fff" providerId="ADAL" clId="{ECA7C1B5-EF66-414A-AD9F-BAC33916F0AE}" dt="2026-03-16T15:13:36.177" v="1745" actId="790"/>
          <ac:spMkLst>
            <pc:docMk/>
            <pc:sldMk cId="2829974490" sldId="259"/>
            <ac:spMk id="3" creationId="{BC245503-D43D-BE51-0167-1E1A74991B38}"/>
          </ac:spMkLst>
        </pc:spChg>
      </pc:sldChg>
      <pc:sldChg chg="modSp add mod">
        <pc:chgData name="Muzammil Hussain" userId="bc645954-e6ad-4e83-98a7-9fc5ffb44fff" providerId="ADAL" clId="{ECA7C1B5-EF66-414A-AD9F-BAC33916F0AE}" dt="2026-03-16T15:13:36.177" v="1745" actId="790"/>
        <pc:sldMkLst>
          <pc:docMk/>
          <pc:sldMk cId="1064822175" sldId="260"/>
        </pc:sldMkLst>
        <pc:spChg chg="mod">
          <ac:chgData name="Muzammil Hussain" userId="bc645954-e6ad-4e83-98a7-9fc5ffb44fff" providerId="ADAL" clId="{ECA7C1B5-EF66-414A-AD9F-BAC33916F0AE}" dt="2026-03-16T15:13:36.177" v="1745" actId="790"/>
          <ac:spMkLst>
            <pc:docMk/>
            <pc:sldMk cId="1064822175" sldId="260"/>
            <ac:spMk id="2" creationId="{BA900409-ED43-9456-27A2-2448A79B61C5}"/>
          </ac:spMkLst>
        </pc:spChg>
        <pc:spChg chg="mod">
          <ac:chgData name="Muzammil Hussain" userId="bc645954-e6ad-4e83-98a7-9fc5ffb44fff" providerId="ADAL" clId="{ECA7C1B5-EF66-414A-AD9F-BAC33916F0AE}" dt="2026-03-16T15:13:36.177" v="1745" actId="790"/>
          <ac:spMkLst>
            <pc:docMk/>
            <pc:sldMk cId="1064822175" sldId="260"/>
            <ac:spMk id="3" creationId="{2750E473-56BA-13FD-0D4F-9E10B5E6F5AC}"/>
          </ac:spMkLst>
        </pc:spChg>
      </pc:sldChg>
      <pc:sldChg chg="modSp new mod">
        <pc:chgData name="Muzammil Hussain" userId="bc645954-e6ad-4e83-98a7-9fc5ffb44fff" providerId="ADAL" clId="{ECA7C1B5-EF66-414A-AD9F-BAC33916F0AE}" dt="2026-03-16T15:13:36.177" v="1745" actId="790"/>
        <pc:sldMkLst>
          <pc:docMk/>
          <pc:sldMk cId="763941618" sldId="261"/>
        </pc:sldMkLst>
        <pc:spChg chg="mod">
          <ac:chgData name="Muzammil Hussain" userId="bc645954-e6ad-4e83-98a7-9fc5ffb44fff" providerId="ADAL" clId="{ECA7C1B5-EF66-414A-AD9F-BAC33916F0AE}" dt="2026-03-16T15:13:36.177" v="1745" actId="790"/>
          <ac:spMkLst>
            <pc:docMk/>
            <pc:sldMk cId="763941618" sldId="261"/>
            <ac:spMk id="2" creationId="{4F543BEA-2364-6BFC-8C2B-FA9A874E9B6A}"/>
          </ac:spMkLst>
        </pc:spChg>
        <pc:spChg chg="mod">
          <ac:chgData name="Muzammil Hussain" userId="bc645954-e6ad-4e83-98a7-9fc5ffb44fff" providerId="ADAL" clId="{ECA7C1B5-EF66-414A-AD9F-BAC33916F0AE}" dt="2026-03-16T15:13:36.177" v="1745" actId="790"/>
          <ac:spMkLst>
            <pc:docMk/>
            <pc:sldMk cId="763941618" sldId="261"/>
            <ac:spMk id="3" creationId="{ED6C5001-3862-C3D9-EE30-253BA35BCA02}"/>
          </ac:spMkLst>
        </pc:spChg>
      </pc:sldChg>
      <pc:sldChg chg="addSp delSp modSp new mod">
        <pc:chgData name="Muzammil Hussain" userId="bc645954-e6ad-4e83-98a7-9fc5ffb44fff" providerId="ADAL" clId="{ECA7C1B5-EF66-414A-AD9F-BAC33916F0AE}" dt="2026-03-16T15:13:36.177" v="1745" actId="790"/>
        <pc:sldMkLst>
          <pc:docMk/>
          <pc:sldMk cId="2029026130" sldId="262"/>
        </pc:sldMkLst>
        <pc:spChg chg="mod">
          <ac:chgData name="Muzammil Hussain" userId="bc645954-e6ad-4e83-98a7-9fc5ffb44fff" providerId="ADAL" clId="{ECA7C1B5-EF66-414A-AD9F-BAC33916F0AE}" dt="2026-03-16T15:13:36.177" v="1745" actId="790"/>
          <ac:spMkLst>
            <pc:docMk/>
            <pc:sldMk cId="2029026130" sldId="262"/>
            <ac:spMk id="2" creationId="{884A7D85-FC64-D827-1F92-B52B44C06E10}"/>
          </ac:spMkLst>
        </pc:spChg>
        <pc:graphicFrameChg chg="add mod modGraphic">
          <ac:chgData name="Muzammil Hussain" userId="bc645954-e6ad-4e83-98a7-9fc5ffb44fff" providerId="ADAL" clId="{ECA7C1B5-EF66-414A-AD9F-BAC33916F0AE}" dt="2026-03-16T15:13:36.177" v="1745" actId="790"/>
          <ac:graphicFrameMkLst>
            <pc:docMk/>
            <pc:sldMk cId="2029026130" sldId="262"/>
            <ac:graphicFrameMk id="4" creationId="{9FB552C5-EA26-06C2-1523-F8C3B56EF9EF}"/>
          </ac:graphicFrameMkLst>
        </pc:graphicFrameChg>
      </pc:sldChg>
      <pc:sldChg chg="modSp add mod">
        <pc:chgData name="Muzammil Hussain" userId="bc645954-e6ad-4e83-98a7-9fc5ffb44fff" providerId="ADAL" clId="{ECA7C1B5-EF66-414A-AD9F-BAC33916F0AE}" dt="2026-03-16T15:13:36.177" v="1745" actId="790"/>
        <pc:sldMkLst>
          <pc:docMk/>
          <pc:sldMk cId="3239820807" sldId="263"/>
        </pc:sldMkLst>
        <pc:spChg chg="mod">
          <ac:chgData name="Muzammil Hussain" userId="bc645954-e6ad-4e83-98a7-9fc5ffb44fff" providerId="ADAL" clId="{ECA7C1B5-EF66-414A-AD9F-BAC33916F0AE}" dt="2026-03-16T15:13:36.177" v="1745" actId="790"/>
          <ac:spMkLst>
            <pc:docMk/>
            <pc:sldMk cId="3239820807" sldId="263"/>
            <ac:spMk id="2" creationId="{0D78E6B9-769D-EE4B-FCB1-6D55AC8B0DA6}"/>
          </ac:spMkLst>
        </pc:spChg>
        <pc:graphicFrameChg chg="mod modGraphic">
          <ac:chgData name="Muzammil Hussain" userId="bc645954-e6ad-4e83-98a7-9fc5ffb44fff" providerId="ADAL" clId="{ECA7C1B5-EF66-414A-AD9F-BAC33916F0AE}" dt="2026-03-16T15:13:36.177" v="1745" actId="790"/>
          <ac:graphicFrameMkLst>
            <pc:docMk/>
            <pc:sldMk cId="3239820807" sldId="263"/>
            <ac:graphicFrameMk id="4" creationId="{86BD9AA5-9CA0-67B8-B786-F620DE6A90C8}"/>
          </ac:graphicFrameMkLst>
        </pc:graphicFrameChg>
      </pc:sldChg>
      <pc:sldChg chg="modSp add mod">
        <pc:chgData name="Muzammil Hussain" userId="bc645954-e6ad-4e83-98a7-9fc5ffb44fff" providerId="ADAL" clId="{ECA7C1B5-EF66-414A-AD9F-BAC33916F0AE}" dt="2026-03-16T15:13:36.177" v="1745" actId="790"/>
        <pc:sldMkLst>
          <pc:docMk/>
          <pc:sldMk cId="2350755355" sldId="264"/>
        </pc:sldMkLst>
        <pc:spChg chg="mod">
          <ac:chgData name="Muzammil Hussain" userId="bc645954-e6ad-4e83-98a7-9fc5ffb44fff" providerId="ADAL" clId="{ECA7C1B5-EF66-414A-AD9F-BAC33916F0AE}" dt="2026-03-16T15:13:36.177" v="1745" actId="790"/>
          <ac:spMkLst>
            <pc:docMk/>
            <pc:sldMk cId="2350755355" sldId="264"/>
            <ac:spMk id="2" creationId="{3EB7ACF1-B463-342F-DC20-584163F3FD38}"/>
          </ac:spMkLst>
        </pc:spChg>
        <pc:graphicFrameChg chg="mod modGraphic">
          <ac:chgData name="Muzammil Hussain" userId="bc645954-e6ad-4e83-98a7-9fc5ffb44fff" providerId="ADAL" clId="{ECA7C1B5-EF66-414A-AD9F-BAC33916F0AE}" dt="2026-03-16T15:13:36.177" v="1745" actId="790"/>
          <ac:graphicFrameMkLst>
            <pc:docMk/>
            <pc:sldMk cId="2350755355" sldId="264"/>
            <ac:graphicFrameMk id="4" creationId="{FA4548B0-482C-929D-8D67-21C07687447F}"/>
          </ac:graphicFrameMkLst>
        </pc:graphicFrameChg>
      </pc:sldChg>
      <pc:sldChg chg="modSp add mod">
        <pc:chgData name="Muzammil Hussain" userId="bc645954-e6ad-4e83-98a7-9fc5ffb44fff" providerId="ADAL" clId="{ECA7C1B5-EF66-414A-AD9F-BAC33916F0AE}" dt="2026-03-16T15:13:36.177" v="1745" actId="790"/>
        <pc:sldMkLst>
          <pc:docMk/>
          <pc:sldMk cId="3342480651" sldId="265"/>
        </pc:sldMkLst>
        <pc:spChg chg="mod">
          <ac:chgData name="Muzammil Hussain" userId="bc645954-e6ad-4e83-98a7-9fc5ffb44fff" providerId="ADAL" clId="{ECA7C1B5-EF66-414A-AD9F-BAC33916F0AE}" dt="2026-03-16T15:13:36.177" v="1745" actId="790"/>
          <ac:spMkLst>
            <pc:docMk/>
            <pc:sldMk cId="3342480651" sldId="265"/>
            <ac:spMk id="2" creationId="{87ED901F-3541-BEE6-A1B2-629421F53F15}"/>
          </ac:spMkLst>
        </pc:spChg>
        <pc:graphicFrameChg chg="mod modGraphic">
          <ac:chgData name="Muzammil Hussain" userId="bc645954-e6ad-4e83-98a7-9fc5ffb44fff" providerId="ADAL" clId="{ECA7C1B5-EF66-414A-AD9F-BAC33916F0AE}" dt="2026-03-16T15:13:36.177" v="1745" actId="790"/>
          <ac:graphicFrameMkLst>
            <pc:docMk/>
            <pc:sldMk cId="3342480651" sldId="265"/>
            <ac:graphicFrameMk id="4" creationId="{A2FA9D12-3762-58D0-5058-02B54919F41F}"/>
          </ac:graphicFrameMkLst>
        </pc:graphicFrameChg>
      </pc:sldChg>
      <pc:sldChg chg="delSp modSp add mod">
        <pc:chgData name="Muzammil Hussain" userId="bc645954-e6ad-4e83-98a7-9fc5ffb44fff" providerId="ADAL" clId="{ECA7C1B5-EF66-414A-AD9F-BAC33916F0AE}" dt="2026-03-26T09:55:59.314" v="1851" actId="20577"/>
        <pc:sldMkLst>
          <pc:docMk/>
          <pc:sldMk cId="1007657545" sldId="266"/>
        </pc:sldMkLst>
        <pc:spChg chg="mod">
          <ac:chgData name="Muzammil Hussain" userId="bc645954-e6ad-4e83-98a7-9fc5ffb44fff" providerId="ADAL" clId="{ECA7C1B5-EF66-414A-AD9F-BAC33916F0AE}" dt="2026-03-26T09:55:59.314" v="1851" actId="20577"/>
          <ac:spMkLst>
            <pc:docMk/>
            <pc:sldMk cId="1007657545" sldId="266"/>
            <ac:spMk id="2" creationId="{4B4517AE-9FC8-A799-1866-6A212DC03817}"/>
          </ac:spMkLst>
        </pc:spChg>
        <pc:spChg chg="del mod">
          <ac:chgData name="Muzammil Hussain" userId="bc645954-e6ad-4e83-98a7-9fc5ffb44fff" providerId="ADAL" clId="{ECA7C1B5-EF66-414A-AD9F-BAC33916F0AE}" dt="2026-03-26T09:55:54.173" v="1830" actId="478"/>
          <ac:spMkLst>
            <pc:docMk/>
            <pc:sldMk cId="1007657545" sldId="266"/>
            <ac:spMk id="3" creationId="{1CD24D2C-B96C-7FA8-101B-B23B7848BADE}"/>
          </ac:spMkLst>
        </pc:spChg>
      </pc:sldChg>
      <pc:sldChg chg="modSp new mod">
        <pc:chgData name="Muzammil Hussain" userId="bc645954-e6ad-4e83-98a7-9fc5ffb44fff" providerId="ADAL" clId="{ECA7C1B5-EF66-414A-AD9F-BAC33916F0AE}" dt="2026-03-26T10:13:40.155" v="2840" actId="20577"/>
        <pc:sldMkLst>
          <pc:docMk/>
          <pc:sldMk cId="1370248925" sldId="267"/>
        </pc:sldMkLst>
        <pc:spChg chg="mod">
          <ac:chgData name="Muzammil Hussain" userId="bc645954-e6ad-4e83-98a7-9fc5ffb44fff" providerId="ADAL" clId="{ECA7C1B5-EF66-414A-AD9F-BAC33916F0AE}" dt="2026-03-26T09:55:00.019" v="1774" actId="20577"/>
          <ac:spMkLst>
            <pc:docMk/>
            <pc:sldMk cId="1370248925" sldId="267"/>
            <ac:spMk id="2" creationId="{D57DEE48-80A5-7955-824F-C810507FE5C4}"/>
          </ac:spMkLst>
        </pc:spChg>
        <pc:spChg chg="mod">
          <ac:chgData name="Muzammil Hussain" userId="bc645954-e6ad-4e83-98a7-9fc5ffb44fff" providerId="ADAL" clId="{ECA7C1B5-EF66-414A-AD9F-BAC33916F0AE}" dt="2026-03-26T10:13:40.155" v="2840" actId="20577"/>
          <ac:spMkLst>
            <pc:docMk/>
            <pc:sldMk cId="1370248925" sldId="267"/>
            <ac:spMk id="3" creationId="{0E011C0B-5BB4-DEBB-8FE0-61FA62410AD4}"/>
          </ac:spMkLst>
        </pc:spChg>
      </pc:sldChg>
      <pc:sldChg chg="addSp delSp modSp add mod">
        <pc:chgData name="Muzammil Hussain" userId="bc645954-e6ad-4e83-98a7-9fc5ffb44fff" providerId="ADAL" clId="{ECA7C1B5-EF66-414A-AD9F-BAC33916F0AE}" dt="2026-03-26T09:59:57.604" v="2401" actId="478"/>
        <pc:sldMkLst>
          <pc:docMk/>
          <pc:sldMk cId="3432654728" sldId="268"/>
        </pc:sldMkLst>
        <pc:spChg chg="del">
          <ac:chgData name="Muzammil Hussain" userId="bc645954-e6ad-4e83-98a7-9fc5ffb44fff" providerId="ADAL" clId="{ECA7C1B5-EF66-414A-AD9F-BAC33916F0AE}" dt="2026-03-26T09:59:47.582" v="2400" actId="478"/>
          <ac:spMkLst>
            <pc:docMk/>
            <pc:sldMk cId="3432654728" sldId="268"/>
            <ac:spMk id="3" creationId="{75353226-326E-B57D-DB92-E79A061818D2}"/>
          </ac:spMkLst>
        </pc:spChg>
        <pc:spChg chg="add del mod">
          <ac:chgData name="Muzammil Hussain" userId="bc645954-e6ad-4e83-98a7-9fc5ffb44fff" providerId="ADAL" clId="{ECA7C1B5-EF66-414A-AD9F-BAC33916F0AE}" dt="2026-03-26T09:59:57.604" v="2401" actId="478"/>
          <ac:spMkLst>
            <pc:docMk/>
            <pc:sldMk cId="3432654728" sldId="268"/>
            <ac:spMk id="5" creationId="{9D85B98C-5227-EDB5-054B-E3ABAD6F3C44}"/>
          </ac:spMkLst>
        </pc:spChg>
      </pc:sldChg>
      <pc:sldChg chg="modSp new mod">
        <pc:chgData name="Muzammil Hussain" userId="bc645954-e6ad-4e83-98a7-9fc5ffb44fff" providerId="ADAL" clId="{ECA7C1B5-EF66-414A-AD9F-BAC33916F0AE}" dt="2026-03-26T10:14:27.957" v="2913" actId="5793"/>
        <pc:sldMkLst>
          <pc:docMk/>
          <pc:sldMk cId="93384402" sldId="269"/>
        </pc:sldMkLst>
        <pc:spChg chg="mod">
          <ac:chgData name="Muzammil Hussain" userId="bc645954-e6ad-4e83-98a7-9fc5ffb44fff" providerId="ADAL" clId="{ECA7C1B5-EF66-414A-AD9F-BAC33916F0AE}" dt="2026-03-26T09:58:49.714" v="2222" actId="14100"/>
          <ac:spMkLst>
            <pc:docMk/>
            <pc:sldMk cId="93384402" sldId="269"/>
            <ac:spMk id="2" creationId="{B2D9977A-A34F-BEA0-F9C0-AB4CD60F4BF6}"/>
          </ac:spMkLst>
        </pc:spChg>
        <pc:spChg chg="mod">
          <ac:chgData name="Muzammil Hussain" userId="bc645954-e6ad-4e83-98a7-9fc5ffb44fff" providerId="ADAL" clId="{ECA7C1B5-EF66-414A-AD9F-BAC33916F0AE}" dt="2026-03-26T10:14:27.957" v="2913" actId="5793"/>
          <ac:spMkLst>
            <pc:docMk/>
            <pc:sldMk cId="93384402" sldId="269"/>
            <ac:spMk id="3" creationId="{8EB12E25-5474-506E-68DC-FB791379FBCD}"/>
          </ac:spMkLst>
        </pc:spChg>
      </pc:sldChg>
      <pc:sldChg chg="modSp add mod">
        <pc:chgData name="Muzammil Hussain" userId="bc645954-e6ad-4e83-98a7-9fc5ffb44fff" providerId="ADAL" clId="{ECA7C1B5-EF66-414A-AD9F-BAC33916F0AE}" dt="2026-03-26T09:56:14.708" v="1858" actId="20577"/>
        <pc:sldMkLst>
          <pc:docMk/>
          <pc:sldMk cId="2573752834" sldId="270"/>
        </pc:sldMkLst>
        <pc:spChg chg="mod">
          <ac:chgData name="Muzammil Hussain" userId="bc645954-e6ad-4e83-98a7-9fc5ffb44fff" providerId="ADAL" clId="{ECA7C1B5-EF66-414A-AD9F-BAC33916F0AE}" dt="2026-03-26T09:56:14.708" v="1858" actId="20577"/>
          <ac:spMkLst>
            <pc:docMk/>
            <pc:sldMk cId="2573752834" sldId="270"/>
            <ac:spMk id="2" creationId="{261C1A28-8A82-0670-7005-1D4442A45C7D}"/>
          </ac:spMkLst>
        </pc:spChg>
      </pc:sldChg>
      <pc:sldChg chg="modSp add mod">
        <pc:chgData name="Muzammil Hussain" userId="bc645954-e6ad-4e83-98a7-9fc5ffb44fff" providerId="ADAL" clId="{ECA7C1B5-EF66-414A-AD9F-BAC33916F0AE}" dt="2026-03-26T10:00:50.900" v="2435" actId="20577"/>
        <pc:sldMkLst>
          <pc:docMk/>
          <pc:sldMk cId="3180061632" sldId="271"/>
        </pc:sldMkLst>
        <pc:spChg chg="mod">
          <ac:chgData name="Muzammil Hussain" userId="bc645954-e6ad-4e83-98a7-9fc5ffb44fff" providerId="ADAL" clId="{ECA7C1B5-EF66-414A-AD9F-BAC33916F0AE}" dt="2026-03-26T10:00:50.900" v="2435" actId="20577"/>
          <ac:spMkLst>
            <pc:docMk/>
            <pc:sldMk cId="3180061632" sldId="271"/>
            <ac:spMk id="2" creationId="{9E2C9727-D94E-82CB-54D1-45FB253CA26D}"/>
          </ac:spMkLst>
        </pc:spChg>
      </pc:sldChg>
      <pc:sldChg chg="addSp delSp modSp new mod">
        <pc:chgData name="Muzammil Hussain" userId="bc645954-e6ad-4e83-98a7-9fc5ffb44fff" providerId="ADAL" clId="{ECA7C1B5-EF66-414A-AD9F-BAC33916F0AE}" dt="2026-03-26T10:12:08.276" v="2830" actId="1076"/>
        <pc:sldMkLst>
          <pc:docMk/>
          <pc:sldMk cId="2648968566" sldId="272"/>
        </pc:sldMkLst>
        <pc:spChg chg="mod">
          <ac:chgData name="Muzammil Hussain" userId="bc645954-e6ad-4e83-98a7-9fc5ffb44fff" providerId="ADAL" clId="{ECA7C1B5-EF66-414A-AD9F-BAC33916F0AE}" dt="2026-03-26T10:01:06.628" v="2444" actId="20577"/>
          <ac:spMkLst>
            <pc:docMk/>
            <pc:sldMk cId="2648968566" sldId="272"/>
            <ac:spMk id="2" creationId="{8CA94C6B-6877-24B1-0AE1-5EF427AD0717}"/>
          </ac:spMkLst>
        </pc:spChg>
        <pc:spChg chg="del">
          <ac:chgData name="Muzammil Hussain" userId="bc645954-e6ad-4e83-98a7-9fc5ffb44fff" providerId="ADAL" clId="{ECA7C1B5-EF66-414A-AD9F-BAC33916F0AE}" dt="2026-03-26T10:01:00.484" v="2437" actId="478"/>
          <ac:spMkLst>
            <pc:docMk/>
            <pc:sldMk cId="2648968566" sldId="272"/>
            <ac:spMk id="3" creationId="{F6F020AB-C862-C5B4-2E9C-2D1D42993F50}"/>
          </ac:spMkLst>
        </pc:spChg>
        <pc:graphicFrameChg chg="add del mod">
          <ac:chgData name="Muzammil Hussain" userId="bc645954-e6ad-4e83-98a7-9fc5ffb44fff" providerId="ADAL" clId="{ECA7C1B5-EF66-414A-AD9F-BAC33916F0AE}" dt="2026-03-26T10:03:55.634" v="2448" actId="478"/>
          <ac:graphicFrameMkLst>
            <pc:docMk/>
            <pc:sldMk cId="2648968566" sldId="272"/>
            <ac:graphicFrameMk id="4" creationId="{2C80CE22-E1C4-A01D-A7B2-40938D6C7385}"/>
          </ac:graphicFrameMkLst>
        </pc:graphicFrameChg>
        <pc:graphicFrameChg chg="add del mod">
          <ac:chgData name="Muzammil Hussain" userId="bc645954-e6ad-4e83-98a7-9fc5ffb44fff" providerId="ADAL" clId="{ECA7C1B5-EF66-414A-AD9F-BAC33916F0AE}" dt="2026-03-26T10:12:01.353" v="2827" actId="478"/>
          <ac:graphicFrameMkLst>
            <pc:docMk/>
            <pc:sldMk cId="2648968566" sldId="272"/>
            <ac:graphicFrameMk id="5" creationId="{2C80CE22-E1C4-A01D-A7B2-40938D6C7385}"/>
          </ac:graphicFrameMkLst>
        </pc:graphicFrameChg>
        <pc:picChg chg="add mod">
          <ac:chgData name="Muzammil Hussain" userId="bc645954-e6ad-4e83-98a7-9fc5ffb44fff" providerId="ADAL" clId="{ECA7C1B5-EF66-414A-AD9F-BAC33916F0AE}" dt="2026-03-26T10:12:08.276" v="2830" actId="1076"/>
          <ac:picMkLst>
            <pc:docMk/>
            <pc:sldMk cId="2648968566" sldId="272"/>
            <ac:picMk id="7" creationId="{56291B9D-D7A4-F2AF-1DAF-A1FFDEA4AEED}"/>
          </ac:picMkLst>
        </pc:picChg>
      </pc:sldChg>
      <pc:sldChg chg="modSp new mod">
        <pc:chgData name="Muzammil Hussain" userId="bc645954-e6ad-4e83-98a7-9fc5ffb44fff" providerId="ADAL" clId="{ECA7C1B5-EF66-414A-AD9F-BAC33916F0AE}" dt="2026-03-26T10:07:10.683" v="2804" actId="20577"/>
        <pc:sldMkLst>
          <pc:docMk/>
          <pc:sldMk cId="2698575363" sldId="273"/>
        </pc:sldMkLst>
        <pc:spChg chg="mod">
          <ac:chgData name="Muzammil Hussain" userId="bc645954-e6ad-4e83-98a7-9fc5ffb44fff" providerId="ADAL" clId="{ECA7C1B5-EF66-414A-AD9F-BAC33916F0AE}" dt="2026-03-26T10:05:16.532" v="2459" actId="20577"/>
          <ac:spMkLst>
            <pc:docMk/>
            <pc:sldMk cId="2698575363" sldId="273"/>
            <ac:spMk id="2" creationId="{70CA8C27-1D68-31E2-B0F8-46FC2841D082}"/>
          </ac:spMkLst>
        </pc:spChg>
        <pc:spChg chg="mod">
          <ac:chgData name="Muzammil Hussain" userId="bc645954-e6ad-4e83-98a7-9fc5ffb44fff" providerId="ADAL" clId="{ECA7C1B5-EF66-414A-AD9F-BAC33916F0AE}" dt="2026-03-26T10:07:10.683" v="2804" actId="20577"/>
          <ac:spMkLst>
            <pc:docMk/>
            <pc:sldMk cId="2698575363" sldId="273"/>
            <ac:spMk id="3" creationId="{955F2893-2CF0-921B-0CB0-EB39BB94139B}"/>
          </ac:spMkLst>
        </pc:spChg>
      </pc:sldChg>
      <pc:sldChg chg="addSp delSp modSp add mod ord">
        <pc:chgData name="Muzammil Hussain" userId="bc645954-e6ad-4e83-98a7-9fc5ffb44fff" providerId="ADAL" clId="{ECA7C1B5-EF66-414A-AD9F-BAC33916F0AE}" dt="2026-03-26T10:12:38.748" v="2836" actId="14100"/>
        <pc:sldMkLst>
          <pc:docMk/>
          <pc:sldMk cId="1486624098" sldId="274"/>
        </pc:sldMkLst>
        <pc:spChg chg="mod">
          <ac:chgData name="Muzammil Hussain" userId="bc645954-e6ad-4e83-98a7-9fc5ffb44fff" providerId="ADAL" clId="{ECA7C1B5-EF66-414A-AD9F-BAC33916F0AE}" dt="2026-03-26T10:12:38.748" v="2836" actId="14100"/>
          <ac:spMkLst>
            <pc:docMk/>
            <pc:sldMk cId="1486624098" sldId="274"/>
            <ac:spMk id="2" creationId="{3FE8BF04-FA4B-3BD9-6A88-D53F62E92FAA}"/>
          </ac:spMkLst>
        </pc:spChg>
        <pc:graphicFrameChg chg="add del mod">
          <ac:chgData name="Muzammil Hussain" userId="bc645954-e6ad-4e83-98a7-9fc5ffb44fff" providerId="ADAL" clId="{ECA7C1B5-EF66-414A-AD9F-BAC33916F0AE}" dt="2026-03-26T10:11:49.864" v="2825" actId="478"/>
          <ac:graphicFrameMkLst>
            <pc:docMk/>
            <pc:sldMk cId="1486624098" sldId="274"/>
            <ac:graphicFrameMk id="3" creationId="{2C80CE22-E1C4-A01D-A7B2-40938D6C7385}"/>
          </ac:graphicFrameMkLst>
        </pc:graphicFrameChg>
        <pc:graphicFrameChg chg="add mod">
          <ac:chgData name="Muzammil Hussain" userId="bc645954-e6ad-4e83-98a7-9fc5ffb44fff" providerId="ADAL" clId="{ECA7C1B5-EF66-414A-AD9F-BAC33916F0AE}" dt="2026-03-26T10:12:18.822" v="2833"/>
          <ac:graphicFrameMkLst>
            <pc:docMk/>
            <pc:sldMk cId="1486624098" sldId="274"/>
            <ac:graphicFrameMk id="4" creationId="{2C80CE22-E1C4-A01D-A7B2-40938D6C7385}"/>
          </ac:graphicFrameMkLst>
        </pc:graphicFrameChg>
        <pc:graphicFrameChg chg="del">
          <ac:chgData name="Muzammil Hussain" userId="bc645954-e6ad-4e83-98a7-9fc5ffb44fff" providerId="ADAL" clId="{ECA7C1B5-EF66-414A-AD9F-BAC33916F0AE}" dt="2026-03-26T10:10:51.161" v="2808" actId="478"/>
          <ac:graphicFrameMkLst>
            <pc:docMk/>
            <pc:sldMk cId="1486624098" sldId="274"/>
            <ac:graphicFrameMk id="5" creationId="{FF1DD635-5C7B-5366-2F05-BE24DE7A2B67}"/>
          </ac:graphicFrameMkLst>
        </pc:graphicFrameChg>
        <pc:picChg chg="add mod">
          <ac:chgData name="Muzammil Hussain" userId="bc645954-e6ad-4e83-98a7-9fc5ffb44fff" providerId="ADAL" clId="{ECA7C1B5-EF66-414A-AD9F-BAC33916F0AE}" dt="2026-03-26T10:12:22.756" v="2835" actId="1076"/>
          <ac:picMkLst>
            <pc:docMk/>
            <pc:sldMk cId="1486624098" sldId="274"/>
            <ac:picMk id="7" creationId="{C1AD9D85-1614-C3F1-5428-B09017409DC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EED22-2320-E235-9D23-879257F4B1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577A24D-FDA2-B871-9367-401E1EC85B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2BF574-D6D7-0236-8FD7-3F41498F0F4D}"/>
              </a:ext>
            </a:extLst>
          </p:cNvPr>
          <p:cNvSpPr>
            <a:spLocks noGrp="1"/>
          </p:cNvSpPr>
          <p:nvPr>
            <p:ph type="dt" sz="half" idx="10"/>
          </p:nvPr>
        </p:nvSpPr>
        <p:spPr/>
        <p:txBody>
          <a:bodyPr/>
          <a:lstStyle/>
          <a:p>
            <a:fld id="{81E4E9F6-7474-45B5-9295-3252B22967CD}" type="datetimeFigureOut">
              <a:rPr lang="en-US" smtClean="0"/>
              <a:t>3/27/2026</a:t>
            </a:fld>
            <a:endParaRPr lang="en-US"/>
          </a:p>
        </p:txBody>
      </p:sp>
      <p:sp>
        <p:nvSpPr>
          <p:cNvPr id="5" name="Footer Placeholder 4">
            <a:extLst>
              <a:ext uri="{FF2B5EF4-FFF2-40B4-BE49-F238E27FC236}">
                <a16:creationId xmlns:a16="http://schemas.microsoft.com/office/drawing/2014/main" id="{C052DAC8-1E32-5DE8-C674-7A1DE154E4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ECAD40-E6D7-A53D-621F-5F9F77BED75A}"/>
              </a:ext>
            </a:extLst>
          </p:cNvPr>
          <p:cNvSpPr>
            <a:spLocks noGrp="1"/>
          </p:cNvSpPr>
          <p:nvPr>
            <p:ph type="sldNum" sz="quarter" idx="12"/>
          </p:nvPr>
        </p:nvSpPr>
        <p:spPr/>
        <p:txBody>
          <a:bodyPr/>
          <a:lstStyle/>
          <a:p>
            <a:fld id="{B84D550A-09F1-48A9-B0C2-3BBA2C8D34CB}" type="slidenum">
              <a:rPr lang="en-US" smtClean="0"/>
              <a:t>‹#›</a:t>
            </a:fld>
            <a:endParaRPr lang="en-US"/>
          </a:p>
        </p:txBody>
      </p:sp>
    </p:spTree>
    <p:extLst>
      <p:ext uri="{BB962C8B-B14F-4D97-AF65-F5344CB8AC3E}">
        <p14:creationId xmlns:p14="http://schemas.microsoft.com/office/powerpoint/2010/main" val="3081971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75A71-D6E7-D0CE-6D9F-5452C34D48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E4D310-672B-AF14-DFA9-DC9DC5E2BB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491727-D8E2-506C-7AA6-6188AFF0BE93}"/>
              </a:ext>
            </a:extLst>
          </p:cNvPr>
          <p:cNvSpPr>
            <a:spLocks noGrp="1"/>
          </p:cNvSpPr>
          <p:nvPr>
            <p:ph type="dt" sz="half" idx="10"/>
          </p:nvPr>
        </p:nvSpPr>
        <p:spPr/>
        <p:txBody>
          <a:bodyPr/>
          <a:lstStyle/>
          <a:p>
            <a:fld id="{81E4E9F6-7474-45B5-9295-3252B22967CD}" type="datetimeFigureOut">
              <a:rPr lang="en-US" smtClean="0"/>
              <a:t>3/27/2026</a:t>
            </a:fld>
            <a:endParaRPr lang="en-US"/>
          </a:p>
        </p:txBody>
      </p:sp>
      <p:sp>
        <p:nvSpPr>
          <p:cNvPr id="5" name="Footer Placeholder 4">
            <a:extLst>
              <a:ext uri="{FF2B5EF4-FFF2-40B4-BE49-F238E27FC236}">
                <a16:creationId xmlns:a16="http://schemas.microsoft.com/office/drawing/2014/main" id="{538F3D9A-00CC-30D3-3312-FA23ED4227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2A36DB-0E3B-2DE2-3021-C1169C749BDA}"/>
              </a:ext>
            </a:extLst>
          </p:cNvPr>
          <p:cNvSpPr>
            <a:spLocks noGrp="1"/>
          </p:cNvSpPr>
          <p:nvPr>
            <p:ph type="sldNum" sz="quarter" idx="12"/>
          </p:nvPr>
        </p:nvSpPr>
        <p:spPr/>
        <p:txBody>
          <a:bodyPr/>
          <a:lstStyle/>
          <a:p>
            <a:fld id="{B84D550A-09F1-48A9-B0C2-3BBA2C8D34CB}" type="slidenum">
              <a:rPr lang="en-US" smtClean="0"/>
              <a:t>‹#›</a:t>
            </a:fld>
            <a:endParaRPr lang="en-US"/>
          </a:p>
        </p:txBody>
      </p:sp>
    </p:spTree>
    <p:extLst>
      <p:ext uri="{BB962C8B-B14F-4D97-AF65-F5344CB8AC3E}">
        <p14:creationId xmlns:p14="http://schemas.microsoft.com/office/powerpoint/2010/main" val="761715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2510B-85E0-3B3D-16D6-2401D8D56A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5124CB2-A3F7-7484-18A3-314DE316B55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D50B8E-1AC8-678E-4322-FF86180093E4}"/>
              </a:ext>
            </a:extLst>
          </p:cNvPr>
          <p:cNvSpPr>
            <a:spLocks noGrp="1"/>
          </p:cNvSpPr>
          <p:nvPr>
            <p:ph type="dt" sz="half" idx="10"/>
          </p:nvPr>
        </p:nvSpPr>
        <p:spPr/>
        <p:txBody>
          <a:bodyPr/>
          <a:lstStyle/>
          <a:p>
            <a:fld id="{81E4E9F6-7474-45B5-9295-3252B22967CD}" type="datetimeFigureOut">
              <a:rPr lang="en-US" smtClean="0"/>
              <a:t>3/27/2026</a:t>
            </a:fld>
            <a:endParaRPr lang="en-US"/>
          </a:p>
        </p:txBody>
      </p:sp>
      <p:sp>
        <p:nvSpPr>
          <p:cNvPr id="5" name="Footer Placeholder 4">
            <a:extLst>
              <a:ext uri="{FF2B5EF4-FFF2-40B4-BE49-F238E27FC236}">
                <a16:creationId xmlns:a16="http://schemas.microsoft.com/office/drawing/2014/main" id="{52C54BAB-23B5-12F7-8183-C4DC67EF3D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2E13B0-5233-3F30-1088-3A6A5986836F}"/>
              </a:ext>
            </a:extLst>
          </p:cNvPr>
          <p:cNvSpPr>
            <a:spLocks noGrp="1"/>
          </p:cNvSpPr>
          <p:nvPr>
            <p:ph type="sldNum" sz="quarter" idx="12"/>
          </p:nvPr>
        </p:nvSpPr>
        <p:spPr/>
        <p:txBody>
          <a:bodyPr/>
          <a:lstStyle/>
          <a:p>
            <a:fld id="{B84D550A-09F1-48A9-B0C2-3BBA2C8D34CB}" type="slidenum">
              <a:rPr lang="en-US" smtClean="0"/>
              <a:t>‹#›</a:t>
            </a:fld>
            <a:endParaRPr lang="en-US"/>
          </a:p>
        </p:txBody>
      </p:sp>
    </p:spTree>
    <p:extLst>
      <p:ext uri="{BB962C8B-B14F-4D97-AF65-F5344CB8AC3E}">
        <p14:creationId xmlns:p14="http://schemas.microsoft.com/office/powerpoint/2010/main" val="4269530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7F1BF-D1A1-8902-19CF-53381D304D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E7B404-0E37-FB52-8C44-9A50748744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EEC157-8642-721B-D3FB-12FE1D4AAF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5CA58E4-9122-FB8E-BBFB-F825D358BED6}"/>
              </a:ext>
            </a:extLst>
          </p:cNvPr>
          <p:cNvSpPr>
            <a:spLocks noGrp="1"/>
          </p:cNvSpPr>
          <p:nvPr>
            <p:ph type="dt" sz="half" idx="10"/>
          </p:nvPr>
        </p:nvSpPr>
        <p:spPr/>
        <p:txBody>
          <a:bodyPr/>
          <a:lstStyle/>
          <a:p>
            <a:fld id="{81E4E9F6-7474-45B5-9295-3252B22967CD}" type="datetimeFigureOut">
              <a:rPr lang="en-US" smtClean="0"/>
              <a:t>3/27/2026</a:t>
            </a:fld>
            <a:endParaRPr lang="en-US"/>
          </a:p>
        </p:txBody>
      </p:sp>
      <p:sp>
        <p:nvSpPr>
          <p:cNvPr id="6" name="Footer Placeholder 5">
            <a:extLst>
              <a:ext uri="{FF2B5EF4-FFF2-40B4-BE49-F238E27FC236}">
                <a16:creationId xmlns:a16="http://schemas.microsoft.com/office/drawing/2014/main" id="{77AB028B-BB78-0D5C-66BD-8430D7E778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F6E47F-EEBF-3FD6-D19E-656B149CE809}"/>
              </a:ext>
            </a:extLst>
          </p:cNvPr>
          <p:cNvSpPr>
            <a:spLocks noGrp="1"/>
          </p:cNvSpPr>
          <p:nvPr>
            <p:ph type="sldNum" sz="quarter" idx="12"/>
          </p:nvPr>
        </p:nvSpPr>
        <p:spPr/>
        <p:txBody>
          <a:bodyPr/>
          <a:lstStyle/>
          <a:p>
            <a:fld id="{B84D550A-09F1-48A9-B0C2-3BBA2C8D34CB}" type="slidenum">
              <a:rPr lang="en-US" smtClean="0"/>
              <a:t>‹#›</a:t>
            </a:fld>
            <a:endParaRPr lang="en-US"/>
          </a:p>
        </p:txBody>
      </p:sp>
    </p:spTree>
    <p:extLst>
      <p:ext uri="{BB962C8B-B14F-4D97-AF65-F5344CB8AC3E}">
        <p14:creationId xmlns:p14="http://schemas.microsoft.com/office/powerpoint/2010/main" val="2752571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A344E-9931-4EF7-AE7E-819DBC50054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A839F48-21FA-0C32-CCDB-98A054E70C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4BD4CA-9C2B-F09F-6D7D-57E643C0B5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4DBC66-3165-9F97-BC19-FCD2F6E94C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72B492-1AFC-52D7-869F-21B2DFE9B1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C2C543-FCEC-1315-5C76-BEB0D7A7DDE1}"/>
              </a:ext>
            </a:extLst>
          </p:cNvPr>
          <p:cNvSpPr>
            <a:spLocks noGrp="1"/>
          </p:cNvSpPr>
          <p:nvPr>
            <p:ph type="dt" sz="half" idx="10"/>
          </p:nvPr>
        </p:nvSpPr>
        <p:spPr/>
        <p:txBody>
          <a:bodyPr/>
          <a:lstStyle/>
          <a:p>
            <a:fld id="{81E4E9F6-7474-45B5-9295-3252B22967CD}" type="datetimeFigureOut">
              <a:rPr lang="en-US" smtClean="0"/>
              <a:t>3/27/2026</a:t>
            </a:fld>
            <a:endParaRPr lang="en-US"/>
          </a:p>
        </p:txBody>
      </p:sp>
      <p:sp>
        <p:nvSpPr>
          <p:cNvPr id="8" name="Footer Placeholder 7">
            <a:extLst>
              <a:ext uri="{FF2B5EF4-FFF2-40B4-BE49-F238E27FC236}">
                <a16:creationId xmlns:a16="http://schemas.microsoft.com/office/drawing/2014/main" id="{7FC3162C-0239-3D19-331C-65DEB7902B8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ACE4007-79DE-A71E-FF26-D0AFA15A7D95}"/>
              </a:ext>
            </a:extLst>
          </p:cNvPr>
          <p:cNvSpPr>
            <a:spLocks noGrp="1"/>
          </p:cNvSpPr>
          <p:nvPr>
            <p:ph type="sldNum" sz="quarter" idx="12"/>
          </p:nvPr>
        </p:nvSpPr>
        <p:spPr/>
        <p:txBody>
          <a:bodyPr/>
          <a:lstStyle/>
          <a:p>
            <a:fld id="{B84D550A-09F1-48A9-B0C2-3BBA2C8D34CB}" type="slidenum">
              <a:rPr lang="en-US" smtClean="0"/>
              <a:t>‹#›</a:t>
            </a:fld>
            <a:endParaRPr lang="en-US"/>
          </a:p>
        </p:txBody>
      </p:sp>
    </p:spTree>
    <p:extLst>
      <p:ext uri="{BB962C8B-B14F-4D97-AF65-F5344CB8AC3E}">
        <p14:creationId xmlns:p14="http://schemas.microsoft.com/office/powerpoint/2010/main" val="2661232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59535-A471-1F49-BB79-C721D05DB0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79FF2B6-8C8D-8394-17FC-6E56FE103A79}"/>
              </a:ext>
            </a:extLst>
          </p:cNvPr>
          <p:cNvSpPr>
            <a:spLocks noGrp="1"/>
          </p:cNvSpPr>
          <p:nvPr>
            <p:ph type="dt" sz="half" idx="10"/>
          </p:nvPr>
        </p:nvSpPr>
        <p:spPr/>
        <p:txBody>
          <a:bodyPr/>
          <a:lstStyle/>
          <a:p>
            <a:fld id="{81E4E9F6-7474-45B5-9295-3252B22967CD}" type="datetimeFigureOut">
              <a:rPr lang="en-US" smtClean="0"/>
              <a:t>3/27/2026</a:t>
            </a:fld>
            <a:endParaRPr lang="en-US"/>
          </a:p>
        </p:txBody>
      </p:sp>
      <p:sp>
        <p:nvSpPr>
          <p:cNvPr id="4" name="Footer Placeholder 3">
            <a:extLst>
              <a:ext uri="{FF2B5EF4-FFF2-40B4-BE49-F238E27FC236}">
                <a16:creationId xmlns:a16="http://schemas.microsoft.com/office/drawing/2014/main" id="{05BE3F9D-CFAD-FFE2-CAFA-BE76686687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5AF33C-642F-FFBF-D358-5CE28CB11134}"/>
              </a:ext>
            </a:extLst>
          </p:cNvPr>
          <p:cNvSpPr>
            <a:spLocks noGrp="1"/>
          </p:cNvSpPr>
          <p:nvPr>
            <p:ph type="sldNum" sz="quarter" idx="12"/>
          </p:nvPr>
        </p:nvSpPr>
        <p:spPr/>
        <p:txBody>
          <a:bodyPr/>
          <a:lstStyle/>
          <a:p>
            <a:fld id="{B84D550A-09F1-48A9-B0C2-3BBA2C8D34CB}" type="slidenum">
              <a:rPr lang="en-US" smtClean="0"/>
              <a:t>‹#›</a:t>
            </a:fld>
            <a:endParaRPr lang="en-US"/>
          </a:p>
        </p:txBody>
      </p:sp>
    </p:spTree>
    <p:extLst>
      <p:ext uri="{BB962C8B-B14F-4D97-AF65-F5344CB8AC3E}">
        <p14:creationId xmlns:p14="http://schemas.microsoft.com/office/powerpoint/2010/main" val="42872699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331064-53FD-6DBB-F92D-4DCE262DB664}"/>
              </a:ext>
            </a:extLst>
          </p:cNvPr>
          <p:cNvSpPr>
            <a:spLocks noGrp="1"/>
          </p:cNvSpPr>
          <p:nvPr>
            <p:ph type="dt" sz="half" idx="10"/>
          </p:nvPr>
        </p:nvSpPr>
        <p:spPr/>
        <p:txBody>
          <a:bodyPr/>
          <a:lstStyle/>
          <a:p>
            <a:fld id="{81E4E9F6-7474-45B5-9295-3252B22967CD}" type="datetimeFigureOut">
              <a:rPr lang="en-US" smtClean="0"/>
              <a:t>3/27/2026</a:t>
            </a:fld>
            <a:endParaRPr lang="en-US"/>
          </a:p>
        </p:txBody>
      </p:sp>
      <p:sp>
        <p:nvSpPr>
          <p:cNvPr id="3" name="Footer Placeholder 2">
            <a:extLst>
              <a:ext uri="{FF2B5EF4-FFF2-40B4-BE49-F238E27FC236}">
                <a16:creationId xmlns:a16="http://schemas.microsoft.com/office/drawing/2014/main" id="{D1BC504C-CA16-D711-456A-AB40F6645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23DA290-4984-15BB-D8D6-3C241292AAEF}"/>
              </a:ext>
            </a:extLst>
          </p:cNvPr>
          <p:cNvSpPr>
            <a:spLocks noGrp="1"/>
          </p:cNvSpPr>
          <p:nvPr>
            <p:ph type="sldNum" sz="quarter" idx="12"/>
          </p:nvPr>
        </p:nvSpPr>
        <p:spPr/>
        <p:txBody>
          <a:bodyPr/>
          <a:lstStyle/>
          <a:p>
            <a:fld id="{B84D550A-09F1-48A9-B0C2-3BBA2C8D34CB}" type="slidenum">
              <a:rPr lang="en-US" smtClean="0"/>
              <a:t>‹#›</a:t>
            </a:fld>
            <a:endParaRPr lang="en-US"/>
          </a:p>
        </p:txBody>
      </p:sp>
    </p:spTree>
    <p:extLst>
      <p:ext uri="{BB962C8B-B14F-4D97-AF65-F5344CB8AC3E}">
        <p14:creationId xmlns:p14="http://schemas.microsoft.com/office/powerpoint/2010/main" val="1316965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A3505-ACF0-5F60-E0FE-B7A053907C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2814B74-E794-859E-DF68-3F528206C5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EC5B392-A1E8-5E08-6BA2-A551E2B01C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A306BB-E6B4-842C-0242-E2462050EB33}"/>
              </a:ext>
            </a:extLst>
          </p:cNvPr>
          <p:cNvSpPr>
            <a:spLocks noGrp="1"/>
          </p:cNvSpPr>
          <p:nvPr>
            <p:ph type="dt" sz="half" idx="10"/>
          </p:nvPr>
        </p:nvSpPr>
        <p:spPr/>
        <p:txBody>
          <a:bodyPr/>
          <a:lstStyle/>
          <a:p>
            <a:fld id="{81E4E9F6-7474-45B5-9295-3252B22967CD}" type="datetimeFigureOut">
              <a:rPr lang="en-US" smtClean="0"/>
              <a:t>3/27/2026</a:t>
            </a:fld>
            <a:endParaRPr lang="en-US"/>
          </a:p>
        </p:txBody>
      </p:sp>
      <p:sp>
        <p:nvSpPr>
          <p:cNvPr id="6" name="Footer Placeholder 5">
            <a:extLst>
              <a:ext uri="{FF2B5EF4-FFF2-40B4-BE49-F238E27FC236}">
                <a16:creationId xmlns:a16="http://schemas.microsoft.com/office/drawing/2014/main" id="{669853D8-2F2D-13D1-DFE5-A5EA2A45C6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76F675-53D6-803F-FF40-399BB01CE7C9}"/>
              </a:ext>
            </a:extLst>
          </p:cNvPr>
          <p:cNvSpPr>
            <a:spLocks noGrp="1"/>
          </p:cNvSpPr>
          <p:nvPr>
            <p:ph type="sldNum" sz="quarter" idx="12"/>
          </p:nvPr>
        </p:nvSpPr>
        <p:spPr/>
        <p:txBody>
          <a:bodyPr/>
          <a:lstStyle/>
          <a:p>
            <a:fld id="{B84D550A-09F1-48A9-B0C2-3BBA2C8D34CB}" type="slidenum">
              <a:rPr lang="en-US" smtClean="0"/>
              <a:t>‹#›</a:t>
            </a:fld>
            <a:endParaRPr lang="en-US"/>
          </a:p>
        </p:txBody>
      </p:sp>
    </p:spTree>
    <p:extLst>
      <p:ext uri="{BB962C8B-B14F-4D97-AF65-F5344CB8AC3E}">
        <p14:creationId xmlns:p14="http://schemas.microsoft.com/office/powerpoint/2010/main" val="3619442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17D88-A2C4-2CED-0F7E-933C7B0832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3E14EF8-861F-F904-F05D-4FC59F577B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A8B0D58-C481-7DA1-435E-286E27044D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C32B50-0129-647F-49F4-9A51A9A747CF}"/>
              </a:ext>
            </a:extLst>
          </p:cNvPr>
          <p:cNvSpPr>
            <a:spLocks noGrp="1"/>
          </p:cNvSpPr>
          <p:nvPr>
            <p:ph type="dt" sz="half" idx="10"/>
          </p:nvPr>
        </p:nvSpPr>
        <p:spPr/>
        <p:txBody>
          <a:bodyPr/>
          <a:lstStyle/>
          <a:p>
            <a:fld id="{81E4E9F6-7474-45B5-9295-3252B22967CD}" type="datetimeFigureOut">
              <a:rPr lang="en-US" smtClean="0"/>
              <a:t>3/27/2026</a:t>
            </a:fld>
            <a:endParaRPr lang="en-US"/>
          </a:p>
        </p:txBody>
      </p:sp>
      <p:sp>
        <p:nvSpPr>
          <p:cNvPr id="6" name="Footer Placeholder 5">
            <a:extLst>
              <a:ext uri="{FF2B5EF4-FFF2-40B4-BE49-F238E27FC236}">
                <a16:creationId xmlns:a16="http://schemas.microsoft.com/office/drawing/2014/main" id="{7156902D-4B36-4A60-5323-B2C3C7778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F4A0D1-1523-1D80-DF93-4D0CD8773E4F}"/>
              </a:ext>
            </a:extLst>
          </p:cNvPr>
          <p:cNvSpPr>
            <a:spLocks noGrp="1"/>
          </p:cNvSpPr>
          <p:nvPr>
            <p:ph type="sldNum" sz="quarter" idx="12"/>
          </p:nvPr>
        </p:nvSpPr>
        <p:spPr/>
        <p:txBody>
          <a:bodyPr/>
          <a:lstStyle/>
          <a:p>
            <a:fld id="{B84D550A-09F1-48A9-B0C2-3BBA2C8D34CB}" type="slidenum">
              <a:rPr lang="en-US" smtClean="0"/>
              <a:t>‹#›</a:t>
            </a:fld>
            <a:endParaRPr lang="en-US"/>
          </a:p>
        </p:txBody>
      </p:sp>
    </p:spTree>
    <p:extLst>
      <p:ext uri="{BB962C8B-B14F-4D97-AF65-F5344CB8AC3E}">
        <p14:creationId xmlns:p14="http://schemas.microsoft.com/office/powerpoint/2010/main" val="2140402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92A1E-9BDB-600F-519E-01A9EE3F0D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2D43252-972F-94CA-4378-129A33FD1D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BEFFCE-6E9C-1599-4F7E-3C53CFFD6429}"/>
              </a:ext>
            </a:extLst>
          </p:cNvPr>
          <p:cNvSpPr>
            <a:spLocks noGrp="1"/>
          </p:cNvSpPr>
          <p:nvPr>
            <p:ph type="dt" sz="half" idx="10"/>
          </p:nvPr>
        </p:nvSpPr>
        <p:spPr/>
        <p:txBody>
          <a:bodyPr/>
          <a:lstStyle/>
          <a:p>
            <a:fld id="{81E4E9F6-7474-45B5-9295-3252B22967CD}" type="datetimeFigureOut">
              <a:rPr lang="en-US" smtClean="0"/>
              <a:t>3/27/2026</a:t>
            </a:fld>
            <a:endParaRPr lang="en-US"/>
          </a:p>
        </p:txBody>
      </p:sp>
      <p:sp>
        <p:nvSpPr>
          <p:cNvPr id="5" name="Footer Placeholder 4">
            <a:extLst>
              <a:ext uri="{FF2B5EF4-FFF2-40B4-BE49-F238E27FC236}">
                <a16:creationId xmlns:a16="http://schemas.microsoft.com/office/drawing/2014/main" id="{0A99CEE6-526A-B59F-2FBF-C72F16D1C5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6E0510-B071-4B2B-50CF-550F1EEF7F2E}"/>
              </a:ext>
            </a:extLst>
          </p:cNvPr>
          <p:cNvSpPr>
            <a:spLocks noGrp="1"/>
          </p:cNvSpPr>
          <p:nvPr>
            <p:ph type="sldNum" sz="quarter" idx="12"/>
          </p:nvPr>
        </p:nvSpPr>
        <p:spPr/>
        <p:txBody>
          <a:bodyPr/>
          <a:lstStyle/>
          <a:p>
            <a:fld id="{B84D550A-09F1-48A9-B0C2-3BBA2C8D34CB}" type="slidenum">
              <a:rPr lang="en-US" smtClean="0"/>
              <a:t>‹#›</a:t>
            </a:fld>
            <a:endParaRPr lang="en-US"/>
          </a:p>
        </p:txBody>
      </p:sp>
    </p:spTree>
    <p:extLst>
      <p:ext uri="{BB962C8B-B14F-4D97-AF65-F5344CB8AC3E}">
        <p14:creationId xmlns:p14="http://schemas.microsoft.com/office/powerpoint/2010/main" val="4118479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D0F68C-8489-9782-58F4-A188AD00BA4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15F5851-030B-2D5A-73EB-22AF721DC1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FADC5A-2E71-8B91-A70A-64D2256E2417}"/>
              </a:ext>
            </a:extLst>
          </p:cNvPr>
          <p:cNvSpPr>
            <a:spLocks noGrp="1"/>
          </p:cNvSpPr>
          <p:nvPr>
            <p:ph type="dt" sz="half" idx="10"/>
          </p:nvPr>
        </p:nvSpPr>
        <p:spPr/>
        <p:txBody>
          <a:bodyPr/>
          <a:lstStyle/>
          <a:p>
            <a:fld id="{81E4E9F6-7474-45B5-9295-3252B22967CD}" type="datetimeFigureOut">
              <a:rPr lang="en-US" smtClean="0"/>
              <a:t>3/27/2026</a:t>
            </a:fld>
            <a:endParaRPr lang="en-US"/>
          </a:p>
        </p:txBody>
      </p:sp>
      <p:sp>
        <p:nvSpPr>
          <p:cNvPr id="5" name="Footer Placeholder 4">
            <a:extLst>
              <a:ext uri="{FF2B5EF4-FFF2-40B4-BE49-F238E27FC236}">
                <a16:creationId xmlns:a16="http://schemas.microsoft.com/office/drawing/2014/main" id="{739CA708-065D-4F5C-1C5A-446D98FEAF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87CB39-E1C7-6E3A-AC83-B65B8D03AD9A}"/>
              </a:ext>
            </a:extLst>
          </p:cNvPr>
          <p:cNvSpPr>
            <a:spLocks noGrp="1"/>
          </p:cNvSpPr>
          <p:nvPr>
            <p:ph type="sldNum" sz="quarter" idx="12"/>
          </p:nvPr>
        </p:nvSpPr>
        <p:spPr/>
        <p:txBody>
          <a:bodyPr/>
          <a:lstStyle/>
          <a:p>
            <a:fld id="{B84D550A-09F1-48A9-B0C2-3BBA2C8D34CB}" type="slidenum">
              <a:rPr lang="en-US" smtClean="0"/>
              <a:t>‹#›</a:t>
            </a:fld>
            <a:endParaRPr lang="en-US"/>
          </a:p>
        </p:txBody>
      </p:sp>
    </p:spTree>
    <p:extLst>
      <p:ext uri="{BB962C8B-B14F-4D97-AF65-F5344CB8AC3E}">
        <p14:creationId xmlns:p14="http://schemas.microsoft.com/office/powerpoint/2010/main" val="661497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3A7EA9-4095-24A9-887A-6BD2944614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384F32-CFD8-7414-B648-DC6A381636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CA7623-37B9-D120-F37E-2A2818F8A7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E4E9F6-7474-45B5-9295-3252B22967CD}" type="datetimeFigureOut">
              <a:rPr lang="en-US" smtClean="0"/>
              <a:t>3/27/2026</a:t>
            </a:fld>
            <a:endParaRPr lang="en-US"/>
          </a:p>
        </p:txBody>
      </p:sp>
      <p:sp>
        <p:nvSpPr>
          <p:cNvPr id="5" name="Footer Placeholder 4">
            <a:extLst>
              <a:ext uri="{FF2B5EF4-FFF2-40B4-BE49-F238E27FC236}">
                <a16:creationId xmlns:a16="http://schemas.microsoft.com/office/drawing/2014/main" id="{8867BE46-54BD-E81F-4DB4-2E0F764620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9C6D29C-3C2A-72E4-F239-4C021874DA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4D550A-09F1-48A9-B0C2-3BBA2C8D34CB}" type="slidenum">
              <a:rPr lang="en-US" smtClean="0"/>
              <a:t>‹#›</a:t>
            </a:fld>
            <a:endParaRPr lang="en-US"/>
          </a:p>
        </p:txBody>
      </p:sp>
    </p:spTree>
    <p:extLst>
      <p:ext uri="{BB962C8B-B14F-4D97-AF65-F5344CB8AC3E}">
        <p14:creationId xmlns:p14="http://schemas.microsoft.com/office/powerpoint/2010/main" val="5513575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mailto:fm_pro97@yahoo.com"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C8213-B70F-B3EA-25E9-ADDDBF9A3C5E}"/>
              </a:ext>
            </a:extLst>
          </p:cNvPr>
          <p:cNvSpPr>
            <a:spLocks noGrp="1"/>
          </p:cNvSpPr>
          <p:nvPr>
            <p:ph type="ctrTitle"/>
          </p:nvPr>
        </p:nvSpPr>
        <p:spPr/>
        <p:txBody>
          <a:bodyPr/>
          <a:lstStyle/>
          <a:p>
            <a:r>
              <a:rPr lang="en-US" noProof="0" dirty="0"/>
              <a:t>INTRODUCTORY SESSION</a:t>
            </a:r>
          </a:p>
        </p:txBody>
      </p:sp>
      <p:sp>
        <p:nvSpPr>
          <p:cNvPr id="3" name="Subtitle 2">
            <a:extLst>
              <a:ext uri="{FF2B5EF4-FFF2-40B4-BE49-F238E27FC236}">
                <a16:creationId xmlns:a16="http://schemas.microsoft.com/office/drawing/2014/main" id="{82E03013-1F9C-767C-4796-C4EF199A26EC}"/>
              </a:ext>
            </a:extLst>
          </p:cNvPr>
          <p:cNvSpPr>
            <a:spLocks noGrp="1"/>
          </p:cNvSpPr>
          <p:nvPr>
            <p:ph type="subTitle" idx="1"/>
          </p:nvPr>
        </p:nvSpPr>
        <p:spPr/>
        <p:txBody>
          <a:bodyPr/>
          <a:lstStyle/>
          <a:p>
            <a:pPr algn="r"/>
            <a:r>
              <a:rPr lang="en-US" noProof="0"/>
              <a:t>March-2026</a:t>
            </a:r>
          </a:p>
        </p:txBody>
      </p:sp>
    </p:spTree>
    <p:extLst>
      <p:ext uri="{BB962C8B-B14F-4D97-AF65-F5344CB8AC3E}">
        <p14:creationId xmlns:p14="http://schemas.microsoft.com/office/powerpoint/2010/main" val="3886337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DEE48-80A5-7955-824F-C810507FE5C4}"/>
              </a:ext>
            </a:extLst>
          </p:cNvPr>
          <p:cNvSpPr>
            <a:spLocks noGrp="1"/>
          </p:cNvSpPr>
          <p:nvPr>
            <p:ph type="title"/>
          </p:nvPr>
        </p:nvSpPr>
        <p:spPr/>
        <p:txBody>
          <a:bodyPr/>
          <a:lstStyle/>
          <a:p>
            <a:r>
              <a:rPr lang="en-US" dirty="0"/>
              <a:t>Content</a:t>
            </a:r>
          </a:p>
        </p:txBody>
      </p:sp>
      <p:sp>
        <p:nvSpPr>
          <p:cNvPr id="3" name="Content Placeholder 2">
            <a:extLst>
              <a:ext uri="{FF2B5EF4-FFF2-40B4-BE49-F238E27FC236}">
                <a16:creationId xmlns:a16="http://schemas.microsoft.com/office/drawing/2014/main" id="{0E011C0B-5BB4-DEBB-8FE0-61FA62410AD4}"/>
              </a:ext>
            </a:extLst>
          </p:cNvPr>
          <p:cNvSpPr>
            <a:spLocks noGrp="1"/>
          </p:cNvSpPr>
          <p:nvPr>
            <p:ph idx="1"/>
          </p:nvPr>
        </p:nvSpPr>
        <p:spPr/>
        <p:txBody>
          <a:bodyPr/>
          <a:lstStyle/>
          <a:p>
            <a:r>
              <a:rPr lang="en-US" dirty="0"/>
              <a:t>Intros</a:t>
            </a:r>
          </a:p>
          <a:p>
            <a:r>
              <a:rPr lang="en-US" dirty="0"/>
              <a:t>Admin</a:t>
            </a:r>
          </a:p>
          <a:p>
            <a:r>
              <a:rPr lang="en-US" dirty="0"/>
              <a:t>Tasks</a:t>
            </a:r>
          </a:p>
        </p:txBody>
      </p:sp>
    </p:spTree>
    <p:extLst>
      <p:ext uri="{BB962C8B-B14F-4D97-AF65-F5344CB8AC3E}">
        <p14:creationId xmlns:p14="http://schemas.microsoft.com/office/powerpoint/2010/main" val="1370248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87C17-C755-D4BD-5625-091229035F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4517AE-9FC8-A799-1866-6A212DC03817}"/>
              </a:ext>
            </a:extLst>
          </p:cNvPr>
          <p:cNvSpPr>
            <a:spLocks noGrp="1"/>
          </p:cNvSpPr>
          <p:nvPr>
            <p:ph type="ctrTitle"/>
          </p:nvPr>
        </p:nvSpPr>
        <p:spPr/>
        <p:txBody>
          <a:bodyPr/>
          <a:lstStyle/>
          <a:p>
            <a:r>
              <a:rPr lang="en-US" noProof="0" dirty="0"/>
              <a:t>INTRODUCTIONS</a:t>
            </a:r>
          </a:p>
        </p:txBody>
      </p:sp>
    </p:spTree>
    <p:extLst>
      <p:ext uri="{BB962C8B-B14F-4D97-AF65-F5344CB8AC3E}">
        <p14:creationId xmlns:p14="http://schemas.microsoft.com/office/powerpoint/2010/main" val="1007657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A8705-4485-A5E1-6D86-576E2056DF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1C1A28-8A82-0670-7005-1D4442A45C7D}"/>
              </a:ext>
            </a:extLst>
          </p:cNvPr>
          <p:cNvSpPr>
            <a:spLocks noGrp="1"/>
          </p:cNvSpPr>
          <p:nvPr>
            <p:ph type="ctrTitle"/>
          </p:nvPr>
        </p:nvSpPr>
        <p:spPr/>
        <p:txBody>
          <a:bodyPr/>
          <a:lstStyle/>
          <a:p>
            <a:r>
              <a:rPr lang="en-US" noProof="0" dirty="0"/>
              <a:t>ADMIN</a:t>
            </a:r>
          </a:p>
        </p:txBody>
      </p:sp>
    </p:spTree>
    <p:extLst>
      <p:ext uri="{BB962C8B-B14F-4D97-AF65-F5344CB8AC3E}">
        <p14:creationId xmlns:p14="http://schemas.microsoft.com/office/powerpoint/2010/main" val="2573752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9977A-A34F-BEA0-F9C0-AB4CD60F4BF6}"/>
              </a:ext>
            </a:extLst>
          </p:cNvPr>
          <p:cNvSpPr>
            <a:spLocks noGrp="1"/>
          </p:cNvSpPr>
          <p:nvPr>
            <p:ph type="title"/>
          </p:nvPr>
        </p:nvSpPr>
        <p:spPr>
          <a:xfrm>
            <a:off x="838200" y="365125"/>
            <a:ext cx="10515600" cy="759587"/>
          </a:xfrm>
        </p:spPr>
        <p:txBody>
          <a:bodyPr/>
          <a:lstStyle/>
          <a:p>
            <a:r>
              <a:rPr lang="en-US" dirty="0"/>
              <a:t>Admin</a:t>
            </a:r>
          </a:p>
        </p:txBody>
      </p:sp>
      <p:sp>
        <p:nvSpPr>
          <p:cNvPr id="3" name="Content Placeholder 2">
            <a:extLst>
              <a:ext uri="{FF2B5EF4-FFF2-40B4-BE49-F238E27FC236}">
                <a16:creationId xmlns:a16="http://schemas.microsoft.com/office/drawing/2014/main" id="{8EB12E25-5474-506E-68DC-FB791379FBCD}"/>
              </a:ext>
            </a:extLst>
          </p:cNvPr>
          <p:cNvSpPr>
            <a:spLocks noGrp="1"/>
          </p:cNvSpPr>
          <p:nvPr>
            <p:ph idx="1"/>
          </p:nvPr>
        </p:nvSpPr>
        <p:spPr>
          <a:xfrm>
            <a:off x="838200" y="1371600"/>
            <a:ext cx="10515600" cy="4805363"/>
          </a:xfrm>
        </p:spPr>
        <p:txBody>
          <a:bodyPr>
            <a:normAutofit fontScale="92500" lnSpcReduction="10000"/>
          </a:bodyPr>
          <a:lstStyle/>
          <a:p>
            <a:r>
              <a:rPr lang="en-US" dirty="0"/>
              <a:t>Record time in an excel sheet.</a:t>
            </a:r>
          </a:p>
          <a:p>
            <a:pPr lvl="1"/>
            <a:r>
              <a:rPr lang="en-US" dirty="0"/>
              <a:t>Not detailed. Just hours and a one-liner summary.</a:t>
            </a:r>
          </a:p>
          <a:p>
            <a:pPr lvl="1"/>
            <a:endParaRPr lang="en-US" dirty="0"/>
          </a:p>
          <a:p>
            <a:r>
              <a:rPr lang="en-US" dirty="0"/>
              <a:t>Share the excel sheet every week.</a:t>
            </a:r>
          </a:p>
          <a:p>
            <a:endParaRPr lang="en-US" dirty="0"/>
          </a:p>
          <a:p>
            <a:r>
              <a:rPr lang="en-US" dirty="0"/>
              <a:t>For questions, reach out to me via email </a:t>
            </a:r>
            <a:r>
              <a:rPr lang="en-US" dirty="0">
                <a:hlinkClick r:id="rId2"/>
              </a:rPr>
              <a:t>fm_pro97@yahoo.com</a:t>
            </a:r>
            <a:r>
              <a:rPr lang="en-US" dirty="0"/>
              <a:t>. </a:t>
            </a:r>
          </a:p>
          <a:p>
            <a:pPr lvl="1"/>
            <a:r>
              <a:rPr lang="en-US" dirty="0"/>
              <a:t>Small questions/doubts: First Google/ChatGPT/Claude then WhatsApp</a:t>
            </a:r>
          </a:p>
          <a:p>
            <a:pPr lvl="1"/>
            <a:r>
              <a:rPr lang="en-US" dirty="0"/>
              <a:t>Big questions: First Google/ChatGPT/Claude then Email</a:t>
            </a:r>
          </a:p>
          <a:p>
            <a:pPr marL="457200" lvl="1" indent="0">
              <a:buNone/>
            </a:pPr>
            <a:endParaRPr lang="en-US" dirty="0"/>
          </a:p>
          <a:p>
            <a:r>
              <a:rPr lang="en-US" dirty="0"/>
              <a:t>Share your bank account details for payments.</a:t>
            </a:r>
          </a:p>
          <a:p>
            <a:pPr lvl="1"/>
            <a:r>
              <a:rPr lang="en-US" dirty="0"/>
              <a:t>Payments will be made according to 400 </a:t>
            </a:r>
            <a:r>
              <a:rPr lang="en-US" dirty="0" err="1"/>
              <a:t>Pkr</a:t>
            </a:r>
            <a:r>
              <a:rPr lang="en-US" dirty="0"/>
              <a:t>/</a:t>
            </a:r>
            <a:r>
              <a:rPr lang="en-US" dirty="0" err="1"/>
              <a:t>hr</a:t>
            </a:r>
            <a:r>
              <a:rPr lang="en-US" dirty="0"/>
              <a:t> rate.</a:t>
            </a:r>
          </a:p>
          <a:p>
            <a:pPr lvl="1"/>
            <a:r>
              <a:rPr lang="en-US" dirty="0"/>
              <a:t>Payments will be made bi-weekly.</a:t>
            </a:r>
          </a:p>
        </p:txBody>
      </p:sp>
    </p:spTree>
    <p:extLst>
      <p:ext uri="{BB962C8B-B14F-4D97-AF65-F5344CB8AC3E}">
        <p14:creationId xmlns:p14="http://schemas.microsoft.com/office/powerpoint/2010/main" val="933844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5FE3D-4D1B-38FB-89D2-1E455F1932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42C59D-CDE4-2521-43BE-264AF5103A14}"/>
              </a:ext>
            </a:extLst>
          </p:cNvPr>
          <p:cNvSpPr>
            <a:spLocks noGrp="1"/>
          </p:cNvSpPr>
          <p:nvPr>
            <p:ph type="ctrTitle"/>
          </p:nvPr>
        </p:nvSpPr>
        <p:spPr/>
        <p:txBody>
          <a:bodyPr/>
          <a:lstStyle/>
          <a:p>
            <a:r>
              <a:rPr lang="en-US" noProof="0"/>
              <a:t>Classification of Categories</a:t>
            </a:r>
          </a:p>
        </p:txBody>
      </p:sp>
    </p:spTree>
    <p:extLst>
      <p:ext uri="{BB962C8B-B14F-4D97-AF65-F5344CB8AC3E}">
        <p14:creationId xmlns:p14="http://schemas.microsoft.com/office/powerpoint/2010/main" val="3432654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6BE04-51FC-ADAA-AE00-8E984F46B699}"/>
              </a:ext>
            </a:extLst>
          </p:cNvPr>
          <p:cNvSpPr>
            <a:spLocks noGrp="1"/>
          </p:cNvSpPr>
          <p:nvPr>
            <p:ph type="title"/>
          </p:nvPr>
        </p:nvSpPr>
        <p:spPr/>
        <p:txBody>
          <a:bodyPr/>
          <a:lstStyle/>
          <a:p>
            <a:r>
              <a:rPr lang="en-US" noProof="0"/>
              <a:t>Problem Statement</a:t>
            </a:r>
          </a:p>
        </p:txBody>
      </p:sp>
      <p:sp>
        <p:nvSpPr>
          <p:cNvPr id="4" name="Rectangle 3">
            <a:extLst>
              <a:ext uri="{FF2B5EF4-FFF2-40B4-BE49-F238E27FC236}">
                <a16:creationId xmlns:a16="http://schemas.microsoft.com/office/drawing/2014/main" id="{F1319957-CE1F-FF6B-38E4-6C9C23B728EB}"/>
              </a:ext>
            </a:extLst>
          </p:cNvPr>
          <p:cNvSpPr/>
          <p:nvPr/>
        </p:nvSpPr>
        <p:spPr>
          <a:xfrm>
            <a:off x="1161288" y="1929384"/>
            <a:ext cx="2450592" cy="3319272"/>
          </a:xfrm>
          <a:prstGeom prst="rect">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solidFill>
                  <a:schemeClr val="tx1"/>
                </a:solidFill>
              </a:rPr>
              <a:t>Category 1</a:t>
            </a:r>
          </a:p>
          <a:p>
            <a:pPr algn="ctr"/>
            <a:r>
              <a:rPr lang="en-US" noProof="0">
                <a:solidFill>
                  <a:schemeClr val="tx1"/>
                </a:solidFill>
              </a:rPr>
              <a:t>Category 2</a:t>
            </a:r>
          </a:p>
          <a:p>
            <a:pPr algn="ctr"/>
            <a:r>
              <a:rPr lang="en-US" noProof="0">
                <a:solidFill>
                  <a:schemeClr val="tx1"/>
                </a:solidFill>
              </a:rPr>
              <a:t>Category 3</a:t>
            </a:r>
          </a:p>
          <a:p>
            <a:pPr algn="ctr"/>
            <a:r>
              <a:rPr lang="en-US" noProof="0">
                <a:solidFill>
                  <a:schemeClr val="tx1"/>
                </a:solidFill>
              </a:rPr>
              <a:t>Category 4</a:t>
            </a:r>
          </a:p>
          <a:p>
            <a:pPr algn="ctr"/>
            <a:r>
              <a:rPr lang="en-US" noProof="0">
                <a:solidFill>
                  <a:schemeClr val="tx1"/>
                </a:solidFill>
              </a:rPr>
              <a:t>Category 5</a:t>
            </a:r>
          </a:p>
          <a:p>
            <a:pPr algn="ctr"/>
            <a:r>
              <a:rPr lang="en-US" noProof="0">
                <a:solidFill>
                  <a:schemeClr val="tx1"/>
                </a:solidFill>
              </a:rPr>
              <a:t>Category 6</a:t>
            </a:r>
          </a:p>
          <a:p>
            <a:pPr algn="ctr"/>
            <a:r>
              <a:rPr lang="en-US" noProof="0">
                <a:solidFill>
                  <a:schemeClr val="tx1"/>
                </a:solidFill>
              </a:rPr>
              <a:t>.</a:t>
            </a:r>
          </a:p>
          <a:p>
            <a:pPr algn="ctr"/>
            <a:r>
              <a:rPr lang="en-US" noProof="0">
                <a:solidFill>
                  <a:schemeClr val="tx1"/>
                </a:solidFill>
              </a:rPr>
              <a:t>.</a:t>
            </a:r>
          </a:p>
          <a:p>
            <a:pPr algn="ctr"/>
            <a:r>
              <a:rPr lang="en-US" noProof="0">
                <a:solidFill>
                  <a:schemeClr val="tx1"/>
                </a:solidFill>
              </a:rPr>
              <a:t>Category N</a:t>
            </a:r>
          </a:p>
        </p:txBody>
      </p:sp>
      <p:cxnSp>
        <p:nvCxnSpPr>
          <p:cNvPr id="6" name="Straight Arrow Connector 5">
            <a:extLst>
              <a:ext uri="{FF2B5EF4-FFF2-40B4-BE49-F238E27FC236}">
                <a16:creationId xmlns:a16="http://schemas.microsoft.com/office/drawing/2014/main" id="{D0DACC21-DB0A-C9F8-14D1-92BB6D04A3C6}"/>
              </a:ext>
            </a:extLst>
          </p:cNvPr>
          <p:cNvCxnSpPr>
            <a:stCxn id="4" idx="3"/>
          </p:cNvCxnSpPr>
          <p:nvPr/>
        </p:nvCxnSpPr>
        <p:spPr>
          <a:xfrm>
            <a:off x="3611880" y="3589020"/>
            <a:ext cx="1417320" cy="4572"/>
          </a:xfrm>
          <a:prstGeom prst="straightConnector1">
            <a:avLst/>
          </a:prstGeom>
          <a:ln>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14875C3A-F67D-F0A7-78F2-2478763B7952}"/>
                  </a:ext>
                </a:extLst>
              </p:cNvPr>
              <p:cNvSpPr/>
              <p:nvPr/>
            </p:nvSpPr>
            <p:spPr>
              <a:xfrm>
                <a:off x="5029200" y="3191256"/>
                <a:ext cx="1792224" cy="79552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noProof="0" smtClean="0">
                          <a:solidFill>
                            <a:schemeClr val="tx1"/>
                          </a:solidFill>
                          <a:latin typeface="Cambria Math" panose="02040503050406030204" pitchFamily="18" charset="0"/>
                        </a:rPr>
                        <m:t>𝑓</m:t>
                      </m:r>
                      <m:r>
                        <a:rPr lang="en-US" b="0" i="1" noProof="0" smtClean="0">
                          <a:solidFill>
                            <a:schemeClr val="tx1"/>
                          </a:solidFill>
                          <a:latin typeface="Cambria Math" panose="02040503050406030204" pitchFamily="18" charset="0"/>
                        </a:rPr>
                        <m:t>(</m:t>
                      </m:r>
                      <m:r>
                        <a:rPr lang="en-US" b="0" i="1" noProof="0" smtClean="0">
                          <a:solidFill>
                            <a:schemeClr val="tx1"/>
                          </a:solidFill>
                          <a:latin typeface="Cambria Math" panose="02040503050406030204" pitchFamily="18" charset="0"/>
                        </a:rPr>
                        <m:t>𝐶𝑎</m:t>
                      </m:r>
                      <m:sSub>
                        <m:sSubPr>
                          <m:ctrlPr>
                            <a:rPr lang="en-US" b="0" i="1" noProof="0" smtClean="0">
                              <a:solidFill>
                                <a:schemeClr val="tx1"/>
                              </a:solidFill>
                              <a:latin typeface="Cambria Math" panose="02040503050406030204" pitchFamily="18" charset="0"/>
                            </a:rPr>
                          </m:ctrlPr>
                        </m:sSubPr>
                        <m:e>
                          <m:r>
                            <a:rPr lang="en-US" b="0" i="1" noProof="0" smtClean="0">
                              <a:solidFill>
                                <a:schemeClr val="tx1"/>
                              </a:solidFill>
                              <a:latin typeface="Cambria Math" panose="02040503050406030204" pitchFamily="18" charset="0"/>
                            </a:rPr>
                            <m:t>𝑡</m:t>
                          </m:r>
                        </m:e>
                        <m:sub>
                          <m:r>
                            <a:rPr lang="en-US" b="0" i="1" noProof="0" smtClean="0">
                              <a:solidFill>
                                <a:schemeClr val="tx1"/>
                              </a:solidFill>
                              <a:latin typeface="Cambria Math" panose="02040503050406030204" pitchFamily="18" charset="0"/>
                            </a:rPr>
                            <m:t>𝑖</m:t>
                          </m:r>
                        </m:sub>
                      </m:sSub>
                      <m:r>
                        <a:rPr lang="en-US" b="0" i="1" noProof="0" smtClean="0">
                          <a:solidFill>
                            <a:schemeClr val="tx1"/>
                          </a:solidFill>
                          <a:latin typeface="Cambria Math" panose="02040503050406030204" pitchFamily="18" charset="0"/>
                        </a:rPr>
                        <m:t>)</m:t>
                      </m:r>
                    </m:oMath>
                  </m:oMathPara>
                </a14:m>
                <a:endParaRPr lang="en-US" noProof="0">
                  <a:solidFill>
                    <a:schemeClr val="tx1"/>
                  </a:solidFill>
                </a:endParaRPr>
              </a:p>
            </p:txBody>
          </p:sp>
        </mc:Choice>
        <mc:Fallback xmlns="">
          <p:sp>
            <p:nvSpPr>
              <p:cNvPr id="7" name="Oval 6">
                <a:extLst>
                  <a:ext uri="{FF2B5EF4-FFF2-40B4-BE49-F238E27FC236}">
                    <a16:creationId xmlns:a16="http://schemas.microsoft.com/office/drawing/2014/main" id="{14875C3A-F67D-F0A7-78F2-2478763B7952}"/>
                  </a:ext>
                </a:extLst>
              </p:cNvPr>
              <p:cNvSpPr>
                <a:spLocks noRot="1" noChangeAspect="1" noMove="1" noResize="1" noEditPoints="1" noAdjustHandles="1" noChangeArrowheads="1" noChangeShapeType="1" noTextEdit="1"/>
              </p:cNvSpPr>
              <p:nvPr/>
            </p:nvSpPr>
            <p:spPr>
              <a:xfrm>
                <a:off x="5029200" y="3191256"/>
                <a:ext cx="1792224" cy="795528"/>
              </a:xfrm>
              <a:prstGeom prst="ellipse">
                <a:avLst/>
              </a:prstGeom>
              <a:blipFill>
                <a:blip r:embed="rId2"/>
                <a:stretch>
                  <a:fillRect/>
                </a:stretch>
              </a:blipFill>
              <a:ln>
                <a:solidFill>
                  <a:srgbClr val="FF0000"/>
                </a:solidFill>
              </a:ln>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B727B75B-0EA0-2F9D-7A62-64C154214E3E}"/>
              </a:ext>
            </a:extLst>
          </p:cNvPr>
          <p:cNvCxnSpPr/>
          <p:nvPr/>
        </p:nvCxnSpPr>
        <p:spPr>
          <a:xfrm>
            <a:off x="6821424" y="3589020"/>
            <a:ext cx="1417320" cy="4572"/>
          </a:xfrm>
          <a:prstGeom prst="straightConnector1">
            <a:avLst/>
          </a:prstGeom>
          <a:ln>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6A1C1B0C-8FC6-EE0B-36DB-886B61B7645F}"/>
              </a:ext>
            </a:extLst>
          </p:cNvPr>
          <p:cNvSpPr/>
          <p:nvPr/>
        </p:nvSpPr>
        <p:spPr>
          <a:xfrm>
            <a:off x="8238744" y="1690688"/>
            <a:ext cx="3611880" cy="3557968"/>
          </a:xfrm>
          <a:prstGeom prst="rect">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noProof="0" dirty="0">
                <a:solidFill>
                  <a:schemeClr val="tx1"/>
                </a:solidFill>
              </a:rPr>
              <a:t>Category 1 =&gt; 	Food</a:t>
            </a:r>
          </a:p>
          <a:p>
            <a:r>
              <a:rPr lang="en-US" noProof="0" dirty="0">
                <a:solidFill>
                  <a:schemeClr val="tx1"/>
                </a:solidFill>
              </a:rPr>
              <a:t>Category 2 =&gt;	Personal Care</a:t>
            </a:r>
          </a:p>
          <a:p>
            <a:r>
              <a:rPr lang="en-US" noProof="0" dirty="0">
                <a:solidFill>
                  <a:schemeClr val="tx1"/>
                </a:solidFill>
              </a:rPr>
              <a:t>Category 3 =&gt;	Food</a:t>
            </a:r>
          </a:p>
          <a:p>
            <a:r>
              <a:rPr lang="en-US" noProof="0" dirty="0">
                <a:solidFill>
                  <a:schemeClr val="tx1"/>
                </a:solidFill>
              </a:rPr>
              <a:t>Category 4 =&gt;	Drinks</a:t>
            </a:r>
          </a:p>
          <a:p>
            <a:r>
              <a:rPr lang="en-US" noProof="0" dirty="0">
                <a:solidFill>
                  <a:schemeClr val="tx1"/>
                </a:solidFill>
              </a:rPr>
              <a:t>Category 5 =&gt;	Home Care</a:t>
            </a:r>
          </a:p>
          <a:p>
            <a:r>
              <a:rPr lang="en-US" noProof="0" dirty="0">
                <a:solidFill>
                  <a:schemeClr val="tx1"/>
                </a:solidFill>
              </a:rPr>
              <a:t>Category 6 =&gt;	Personal Care</a:t>
            </a:r>
          </a:p>
          <a:p>
            <a:r>
              <a:rPr lang="en-US" noProof="0" dirty="0">
                <a:solidFill>
                  <a:schemeClr val="tx1"/>
                </a:solidFill>
              </a:rPr>
              <a:t>. </a:t>
            </a:r>
          </a:p>
          <a:p>
            <a:r>
              <a:rPr lang="en-US" noProof="0" dirty="0">
                <a:solidFill>
                  <a:schemeClr val="tx1"/>
                </a:solidFill>
              </a:rPr>
              <a:t>.</a:t>
            </a:r>
          </a:p>
          <a:p>
            <a:r>
              <a:rPr lang="en-US" noProof="0" dirty="0">
                <a:solidFill>
                  <a:schemeClr val="tx1"/>
                </a:solidFill>
              </a:rPr>
              <a:t>Category N =&gt;	Drinks</a:t>
            </a:r>
          </a:p>
        </p:txBody>
      </p:sp>
      <p:sp>
        <p:nvSpPr>
          <p:cNvPr id="10" name="Content Placeholder 2">
            <a:extLst>
              <a:ext uri="{FF2B5EF4-FFF2-40B4-BE49-F238E27FC236}">
                <a16:creationId xmlns:a16="http://schemas.microsoft.com/office/drawing/2014/main" id="{954B2AB9-11B6-E79C-2829-F7F97B0B1CFA}"/>
              </a:ext>
            </a:extLst>
          </p:cNvPr>
          <p:cNvSpPr>
            <a:spLocks noGrp="1"/>
          </p:cNvSpPr>
          <p:nvPr>
            <p:ph idx="1"/>
          </p:nvPr>
        </p:nvSpPr>
        <p:spPr>
          <a:xfrm>
            <a:off x="838200" y="5803264"/>
            <a:ext cx="10515600" cy="689611"/>
          </a:xfrm>
        </p:spPr>
        <p:txBody>
          <a:bodyPr>
            <a:normAutofit fontScale="92500" lnSpcReduction="20000"/>
          </a:bodyPr>
          <a:lstStyle/>
          <a:p>
            <a:pPr marL="0" indent="0">
              <a:buNone/>
            </a:pPr>
            <a:r>
              <a:rPr lang="en-US" noProof="0">
                <a:solidFill>
                  <a:srgbClr val="FF0000"/>
                </a:solidFill>
              </a:rPr>
              <a:t>If a category cannot be classified in one of the four GROUPS, then it must be labeled as OTHER.</a:t>
            </a:r>
          </a:p>
        </p:txBody>
      </p:sp>
    </p:spTree>
    <p:extLst>
      <p:ext uri="{BB962C8B-B14F-4D97-AF65-F5344CB8AC3E}">
        <p14:creationId xmlns:p14="http://schemas.microsoft.com/office/powerpoint/2010/main" val="2511327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12EBD-5C67-DC96-418B-8686E06319B3}"/>
              </a:ext>
            </a:extLst>
          </p:cNvPr>
          <p:cNvSpPr>
            <a:spLocks noGrp="1"/>
          </p:cNvSpPr>
          <p:nvPr>
            <p:ph type="title"/>
          </p:nvPr>
        </p:nvSpPr>
        <p:spPr/>
        <p:txBody>
          <a:bodyPr/>
          <a:lstStyle/>
          <a:p>
            <a:r>
              <a:rPr lang="en-US" noProof="0"/>
              <a:t>Sample Data</a:t>
            </a:r>
          </a:p>
        </p:txBody>
      </p:sp>
      <p:graphicFrame>
        <p:nvGraphicFramePr>
          <p:cNvPr id="4" name="Table 3">
            <a:extLst>
              <a:ext uri="{FF2B5EF4-FFF2-40B4-BE49-F238E27FC236}">
                <a16:creationId xmlns:a16="http://schemas.microsoft.com/office/drawing/2014/main" id="{A7C75E3B-5783-D39F-E952-0B4A7A24A0C8}"/>
              </a:ext>
            </a:extLst>
          </p:cNvPr>
          <p:cNvGraphicFramePr>
            <a:graphicFrameLocks noGrp="1"/>
          </p:cNvGraphicFramePr>
          <p:nvPr>
            <p:extLst>
              <p:ext uri="{D42A27DB-BD31-4B8C-83A1-F6EECF244321}">
                <p14:modId xmlns:p14="http://schemas.microsoft.com/office/powerpoint/2010/main" val="4149176899"/>
              </p:ext>
            </p:extLst>
          </p:nvPr>
        </p:nvGraphicFramePr>
        <p:xfrm>
          <a:off x="5131816" y="1671448"/>
          <a:ext cx="2447521" cy="5156200"/>
        </p:xfrm>
        <a:graphic>
          <a:graphicData uri="http://schemas.openxmlformats.org/drawingml/2006/table">
            <a:tbl>
              <a:tblPr firstRow="1" bandRow="1">
                <a:tableStyleId>{5C22544A-7EE6-4342-B048-85BDC9FD1C3A}</a:tableStyleId>
              </a:tblPr>
              <a:tblGrid>
                <a:gridCol w="455168">
                  <a:extLst>
                    <a:ext uri="{9D8B030D-6E8A-4147-A177-3AD203B41FA5}">
                      <a16:colId xmlns:a16="http://schemas.microsoft.com/office/drawing/2014/main" val="76460528"/>
                    </a:ext>
                  </a:extLst>
                </a:gridCol>
                <a:gridCol w="1992353">
                  <a:extLst>
                    <a:ext uri="{9D8B030D-6E8A-4147-A177-3AD203B41FA5}">
                      <a16:colId xmlns:a16="http://schemas.microsoft.com/office/drawing/2014/main" val="1367366738"/>
                    </a:ext>
                  </a:extLst>
                </a:gridCol>
              </a:tblGrid>
              <a:tr h="370840">
                <a:tc>
                  <a:txBody>
                    <a:bodyPr/>
                    <a:lstStyle/>
                    <a:p>
                      <a:r>
                        <a:rPr lang="en-US" noProof="0"/>
                        <a:t>Nr</a:t>
                      </a:r>
                    </a:p>
                  </a:txBody>
                  <a:tcPr/>
                </a:tc>
                <a:tc>
                  <a:txBody>
                    <a:bodyPr/>
                    <a:lstStyle/>
                    <a:p>
                      <a:r>
                        <a:rPr lang="en-US" noProof="0"/>
                        <a:t>Category Name</a:t>
                      </a:r>
                    </a:p>
                  </a:txBody>
                  <a:tcPr/>
                </a:tc>
                <a:extLst>
                  <a:ext uri="{0D108BD9-81ED-4DB2-BD59-A6C34878D82A}">
                    <a16:rowId xmlns:a16="http://schemas.microsoft.com/office/drawing/2014/main" val="1886554188"/>
                  </a:ext>
                </a:extLst>
              </a:tr>
              <a:tr h="370840">
                <a:tc>
                  <a:txBody>
                    <a:bodyPr/>
                    <a:lstStyle/>
                    <a:p>
                      <a:r>
                        <a:rPr lang="en-US" noProof="0"/>
                        <a:t>1</a:t>
                      </a:r>
                    </a:p>
                  </a:txBody>
                  <a:tcPr/>
                </a:tc>
                <a:tc>
                  <a:txBody>
                    <a:bodyPr/>
                    <a:lstStyle/>
                    <a:p>
                      <a:r>
                        <a:rPr lang="en-US" noProof="0" dirty="0"/>
                        <a:t>Bread (FOOD)</a:t>
                      </a:r>
                    </a:p>
                  </a:txBody>
                  <a:tcPr/>
                </a:tc>
                <a:extLst>
                  <a:ext uri="{0D108BD9-81ED-4DB2-BD59-A6C34878D82A}">
                    <a16:rowId xmlns:a16="http://schemas.microsoft.com/office/drawing/2014/main" val="782295984"/>
                  </a:ext>
                </a:extLst>
              </a:tr>
              <a:tr h="370840">
                <a:tc>
                  <a:txBody>
                    <a:bodyPr/>
                    <a:lstStyle/>
                    <a:p>
                      <a:r>
                        <a:rPr lang="en-US" noProof="0"/>
                        <a:t>2</a:t>
                      </a:r>
                    </a:p>
                  </a:txBody>
                  <a:tcPr/>
                </a:tc>
                <a:tc>
                  <a:txBody>
                    <a:bodyPr/>
                    <a:lstStyle/>
                    <a:p>
                      <a:r>
                        <a:rPr lang="en-US" noProof="0" dirty="0"/>
                        <a:t>Soap (PERSONAL CARE)</a:t>
                      </a:r>
                    </a:p>
                  </a:txBody>
                  <a:tcPr/>
                </a:tc>
                <a:extLst>
                  <a:ext uri="{0D108BD9-81ED-4DB2-BD59-A6C34878D82A}">
                    <a16:rowId xmlns:a16="http://schemas.microsoft.com/office/drawing/2014/main" val="4196374401"/>
                  </a:ext>
                </a:extLst>
              </a:tr>
              <a:tr h="370840">
                <a:tc>
                  <a:txBody>
                    <a:bodyPr/>
                    <a:lstStyle/>
                    <a:p>
                      <a:r>
                        <a:rPr lang="en-US" noProof="0"/>
                        <a:t>3</a:t>
                      </a:r>
                    </a:p>
                  </a:txBody>
                  <a:tcPr/>
                </a:tc>
                <a:tc>
                  <a:txBody>
                    <a:bodyPr/>
                    <a:lstStyle/>
                    <a:p>
                      <a:r>
                        <a:rPr lang="en-US" noProof="0" dirty="0"/>
                        <a:t>Toilet Cleaner (HOME CARE)</a:t>
                      </a:r>
                    </a:p>
                  </a:txBody>
                  <a:tcPr/>
                </a:tc>
                <a:extLst>
                  <a:ext uri="{0D108BD9-81ED-4DB2-BD59-A6C34878D82A}">
                    <a16:rowId xmlns:a16="http://schemas.microsoft.com/office/drawing/2014/main" val="4207227964"/>
                  </a:ext>
                </a:extLst>
              </a:tr>
              <a:tr h="370840">
                <a:tc>
                  <a:txBody>
                    <a:bodyPr/>
                    <a:lstStyle/>
                    <a:p>
                      <a:r>
                        <a:rPr lang="en-US" noProof="0"/>
                        <a:t>4</a:t>
                      </a:r>
                    </a:p>
                  </a:txBody>
                  <a:tcPr/>
                </a:tc>
                <a:tc>
                  <a:txBody>
                    <a:bodyPr/>
                    <a:lstStyle/>
                    <a:p>
                      <a:r>
                        <a:rPr lang="en-US" noProof="0" dirty="0"/>
                        <a:t>Bagels (FOOD)</a:t>
                      </a:r>
                    </a:p>
                  </a:txBody>
                  <a:tcPr/>
                </a:tc>
                <a:extLst>
                  <a:ext uri="{0D108BD9-81ED-4DB2-BD59-A6C34878D82A}">
                    <a16:rowId xmlns:a16="http://schemas.microsoft.com/office/drawing/2014/main" val="2372949568"/>
                  </a:ext>
                </a:extLst>
              </a:tr>
              <a:tr h="370840">
                <a:tc>
                  <a:txBody>
                    <a:bodyPr/>
                    <a:lstStyle/>
                    <a:p>
                      <a:r>
                        <a:rPr lang="en-US" noProof="0"/>
                        <a:t>5</a:t>
                      </a:r>
                    </a:p>
                  </a:txBody>
                  <a:tcPr/>
                </a:tc>
                <a:tc>
                  <a:txBody>
                    <a:bodyPr/>
                    <a:lstStyle/>
                    <a:p>
                      <a:r>
                        <a:rPr lang="en-US" noProof="0"/>
                        <a:t>Liquid Detergent (HOME CARE)</a:t>
                      </a:r>
                    </a:p>
                  </a:txBody>
                  <a:tcPr/>
                </a:tc>
                <a:extLst>
                  <a:ext uri="{0D108BD9-81ED-4DB2-BD59-A6C34878D82A}">
                    <a16:rowId xmlns:a16="http://schemas.microsoft.com/office/drawing/2014/main" val="1491329423"/>
                  </a:ext>
                </a:extLst>
              </a:tr>
              <a:tr h="370840">
                <a:tc>
                  <a:txBody>
                    <a:bodyPr/>
                    <a:lstStyle/>
                    <a:p>
                      <a:r>
                        <a:rPr lang="en-US" noProof="0"/>
                        <a:t>6</a:t>
                      </a:r>
                    </a:p>
                  </a:txBody>
                  <a:tcPr/>
                </a:tc>
                <a:tc>
                  <a:txBody>
                    <a:bodyPr/>
                    <a:lstStyle/>
                    <a:p>
                      <a:r>
                        <a:rPr lang="en-US" noProof="0"/>
                        <a:t>Chocolate Candies</a:t>
                      </a:r>
                    </a:p>
                  </a:txBody>
                  <a:tcPr/>
                </a:tc>
                <a:extLst>
                  <a:ext uri="{0D108BD9-81ED-4DB2-BD59-A6C34878D82A}">
                    <a16:rowId xmlns:a16="http://schemas.microsoft.com/office/drawing/2014/main" val="1388439892"/>
                  </a:ext>
                </a:extLst>
              </a:tr>
              <a:tr h="370840">
                <a:tc>
                  <a:txBody>
                    <a:bodyPr/>
                    <a:lstStyle/>
                    <a:p>
                      <a:r>
                        <a:rPr lang="en-US" noProof="0"/>
                        <a:t>7</a:t>
                      </a:r>
                    </a:p>
                  </a:txBody>
                  <a:tcPr/>
                </a:tc>
                <a:tc>
                  <a:txBody>
                    <a:bodyPr/>
                    <a:lstStyle/>
                    <a:p>
                      <a:r>
                        <a:rPr lang="en-US" noProof="0"/>
                        <a:t>Carbonated Drink</a:t>
                      </a:r>
                    </a:p>
                  </a:txBody>
                  <a:tcPr/>
                </a:tc>
                <a:extLst>
                  <a:ext uri="{0D108BD9-81ED-4DB2-BD59-A6C34878D82A}">
                    <a16:rowId xmlns:a16="http://schemas.microsoft.com/office/drawing/2014/main" val="128279153"/>
                  </a:ext>
                </a:extLst>
              </a:tr>
              <a:tr h="370840">
                <a:tc>
                  <a:txBody>
                    <a:bodyPr/>
                    <a:lstStyle/>
                    <a:p>
                      <a:r>
                        <a:rPr lang="en-US" noProof="0"/>
                        <a:t>8</a:t>
                      </a:r>
                    </a:p>
                  </a:txBody>
                  <a:tcPr/>
                </a:tc>
                <a:tc>
                  <a:txBody>
                    <a:bodyPr/>
                    <a:lstStyle/>
                    <a:p>
                      <a:r>
                        <a:rPr lang="en-US" noProof="0"/>
                        <a:t>Lemon Juice</a:t>
                      </a:r>
                    </a:p>
                  </a:txBody>
                  <a:tcPr/>
                </a:tc>
                <a:extLst>
                  <a:ext uri="{0D108BD9-81ED-4DB2-BD59-A6C34878D82A}">
                    <a16:rowId xmlns:a16="http://schemas.microsoft.com/office/drawing/2014/main" val="3249852681"/>
                  </a:ext>
                </a:extLst>
              </a:tr>
              <a:tr h="370840">
                <a:tc>
                  <a:txBody>
                    <a:bodyPr/>
                    <a:lstStyle/>
                    <a:p>
                      <a:r>
                        <a:rPr lang="en-US" noProof="0"/>
                        <a:t>9</a:t>
                      </a:r>
                    </a:p>
                  </a:txBody>
                  <a:tcPr/>
                </a:tc>
                <a:tc>
                  <a:txBody>
                    <a:bodyPr/>
                    <a:lstStyle/>
                    <a:p>
                      <a:r>
                        <a:rPr lang="en-US" noProof="0"/>
                        <a:t>Coffee Pods</a:t>
                      </a:r>
                    </a:p>
                  </a:txBody>
                  <a:tcPr/>
                </a:tc>
                <a:extLst>
                  <a:ext uri="{0D108BD9-81ED-4DB2-BD59-A6C34878D82A}">
                    <a16:rowId xmlns:a16="http://schemas.microsoft.com/office/drawing/2014/main" val="2872097122"/>
                  </a:ext>
                </a:extLst>
              </a:tr>
              <a:tr h="370840">
                <a:tc>
                  <a:txBody>
                    <a:bodyPr/>
                    <a:lstStyle/>
                    <a:p>
                      <a:r>
                        <a:rPr lang="en-US" noProof="0"/>
                        <a:t>10</a:t>
                      </a:r>
                    </a:p>
                  </a:txBody>
                  <a:tcPr/>
                </a:tc>
                <a:tc>
                  <a:txBody>
                    <a:bodyPr/>
                    <a:lstStyle/>
                    <a:p>
                      <a:r>
                        <a:rPr lang="en-US" noProof="0" dirty="0"/>
                        <a:t>Milk</a:t>
                      </a:r>
                    </a:p>
                  </a:txBody>
                  <a:tcPr/>
                </a:tc>
                <a:extLst>
                  <a:ext uri="{0D108BD9-81ED-4DB2-BD59-A6C34878D82A}">
                    <a16:rowId xmlns:a16="http://schemas.microsoft.com/office/drawing/2014/main" val="429018457"/>
                  </a:ext>
                </a:extLst>
              </a:tr>
            </a:tbl>
          </a:graphicData>
        </a:graphic>
      </p:graphicFrame>
    </p:spTree>
    <p:extLst>
      <p:ext uri="{BB962C8B-B14F-4D97-AF65-F5344CB8AC3E}">
        <p14:creationId xmlns:p14="http://schemas.microsoft.com/office/powerpoint/2010/main" val="1082270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A7D85-FC64-D827-1F92-B52B44C06E10}"/>
              </a:ext>
            </a:extLst>
          </p:cNvPr>
          <p:cNvSpPr>
            <a:spLocks noGrp="1"/>
          </p:cNvSpPr>
          <p:nvPr>
            <p:ph type="title"/>
          </p:nvPr>
        </p:nvSpPr>
        <p:spPr/>
        <p:txBody>
          <a:bodyPr/>
          <a:lstStyle/>
          <a:p>
            <a:r>
              <a:rPr lang="en-US" noProof="0"/>
              <a:t>Definitions of Super Categories</a:t>
            </a:r>
          </a:p>
        </p:txBody>
      </p:sp>
      <p:graphicFrame>
        <p:nvGraphicFramePr>
          <p:cNvPr id="4" name="Table 3">
            <a:extLst>
              <a:ext uri="{FF2B5EF4-FFF2-40B4-BE49-F238E27FC236}">
                <a16:creationId xmlns:a16="http://schemas.microsoft.com/office/drawing/2014/main" id="{9FB552C5-EA26-06C2-1523-F8C3B56EF9EF}"/>
              </a:ext>
            </a:extLst>
          </p:cNvPr>
          <p:cNvGraphicFramePr>
            <a:graphicFrameLocks noGrp="1"/>
          </p:cNvGraphicFramePr>
          <p:nvPr>
            <p:extLst>
              <p:ext uri="{D42A27DB-BD31-4B8C-83A1-F6EECF244321}">
                <p14:modId xmlns:p14="http://schemas.microsoft.com/office/powerpoint/2010/main" val="43055282"/>
              </p:ext>
            </p:extLst>
          </p:nvPr>
        </p:nvGraphicFramePr>
        <p:xfrm>
          <a:off x="1352804" y="1507808"/>
          <a:ext cx="9486392" cy="4056389"/>
        </p:xfrm>
        <a:graphic>
          <a:graphicData uri="http://schemas.openxmlformats.org/drawingml/2006/table">
            <a:tbl>
              <a:tblPr firstRow="1" bandRow="1">
                <a:tableStyleId>{5C22544A-7EE6-4342-B048-85BDC9FD1C3A}</a:tableStyleId>
              </a:tblPr>
              <a:tblGrid>
                <a:gridCol w="2356183">
                  <a:extLst>
                    <a:ext uri="{9D8B030D-6E8A-4147-A177-3AD203B41FA5}">
                      <a16:colId xmlns:a16="http://schemas.microsoft.com/office/drawing/2014/main" val="120602161"/>
                    </a:ext>
                  </a:extLst>
                </a:gridCol>
                <a:gridCol w="7130209">
                  <a:extLst>
                    <a:ext uri="{9D8B030D-6E8A-4147-A177-3AD203B41FA5}">
                      <a16:colId xmlns:a16="http://schemas.microsoft.com/office/drawing/2014/main" val="2049412211"/>
                    </a:ext>
                  </a:extLst>
                </a:gridCol>
              </a:tblGrid>
              <a:tr h="397513">
                <a:tc>
                  <a:txBody>
                    <a:bodyPr/>
                    <a:lstStyle/>
                    <a:p>
                      <a:r>
                        <a:rPr lang="en-US" noProof="0"/>
                        <a:t>Group Name</a:t>
                      </a:r>
                    </a:p>
                  </a:txBody>
                  <a:tcPr/>
                </a:tc>
                <a:tc>
                  <a:txBody>
                    <a:bodyPr/>
                    <a:lstStyle/>
                    <a:p>
                      <a:r>
                        <a:rPr lang="en-US" noProof="0"/>
                        <a:t>Definition</a:t>
                      </a:r>
                    </a:p>
                  </a:txBody>
                  <a:tcPr/>
                </a:tc>
                <a:extLst>
                  <a:ext uri="{0D108BD9-81ED-4DB2-BD59-A6C34878D82A}">
                    <a16:rowId xmlns:a16="http://schemas.microsoft.com/office/drawing/2014/main" val="3880029839"/>
                  </a:ext>
                </a:extLst>
              </a:tr>
              <a:tr h="2744476">
                <a:tc>
                  <a:txBody>
                    <a:bodyPr/>
                    <a:lstStyle/>
                    <a:p>
                      <a:r>
                        <a:rPr lang="en-US" noProof="0"/>
                        <a:t>Food</a:t>
                      </a:r>
                    </a:p>
                  </a:txBody>
                  <a:tcPr/>
                </a:tc>
                <a:tc>
                  <a:txBody>
                    <a:bodyPr/>
                    <a:lstStyle/>
                    <a:p>
                      <a:r>
                        <a:rPr lang="en-US" noProof="0"/>
                        <a:t>Food is composed of all edible goods that are purchased and consumed by the household with the purpose of nourishing. It includes: cereals and cereal products; meat; fish and other seafood; </a:t>
                      </a:r>
                    </a:p>
                    <a:p>
                      <a:r>
                        <a:rPr lang="en-US" noProof="0"/>
                        <a:t>milk, other dairy products and eggs; oils and fats; fruit and nuts; vegetables, tubers, plantains, cooking bananas and pulses; sugar, confectionery and desserts; salt, sauces and condiments, spices and culinary herbs and seeds.</a:t>
                      </a:r>
                    </a:p>
                  </a:txBody>
                  <a:tcPr/>
                </a:tc>
                <a:extLst>
                  <a:ext uri="{0D108BD9-81ED-4DB2-BD59-A6C34878D82A}">
                    <a16:rowId xmlns:a16="http://schemas.microsoft.com/office/drawing/2014/main" val="2587493980"/>
                  </a:ext>
                </a:extLst>
              </a:tr>
              <a:tr h="397513">
                <a:tc>
                  <a:txBody>
                    <a:bodyPr/>
                    <a:lstStyle/>
                    <a:p>
                      <a:r>
                        <a:rPr lang="en-US" noProof="0"/>
                        <a:t>Drinks</a:t>
                      </a:r>
                    </a:p>
                  </a:txBody>
                  <a:tcPr/>
                </a:tc>
                <a:tc>
                  <a:txBody>
                    <a:bodyPr/>
                    <a:lstStyle/>
                    <a:p>
                      <a:r>
                        <a:rPr lang="en-US" noProof="0"/>
                        <a:t>All kinds of  beverages purchased by the household, regardless of where these are consumed. Includes both Alcoholic and Non-Alcoholic beverages.</a:t>
                      </a:r>
                    </a:p>
                  </a:txBody>
                  <a:tcPr/>
                </a:tc>
                <a:extLst>
                  <a:ext uri="{0D108BD9-81ED-4DB2-BD59-A6C34878D82A}">
                    <a16:rowId xmlns:a16="http://schemas.microsoft.com/office/drawing/2014/main" val="383526612"/>
                  </a:ext>
                </a:extLst>
              </a:tr>
            </a:tbl>
          </a:graphicData>
        </a:graphic>
      </p:graphicFrame>
    </p:spTree>
    <p:extLst>
      <p:ext uri="{BB962C8B-B14F-4D97-AF65-F5344CB8AC3E}">
        <p14:creationId xmlns:p14="http://schemas.microsoft.com/office/powerpoint/2010/main" val="2029026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ED6EA-9DAE-6C56-680C-AF6BE86CAB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78E6B9-769D-EE4B-FCB1-6D55AC8B0DA6}"/>
              </a:ext>
            </a:extLst>
          </p:cNvPr>
          <p:cNvSpPr>
            <a:spLocks noGrp="1"/>
          </p:cNvSpPr>
          <p:nvPr>
            <p:ph type="title"/>
          </p:nvPr>
        </p:nvSpPr>
        <p:spPr/>
        <p:txBody>
          <a:bodyPr/>
          <a:lstStyle/>
          <a:p>
            <a:r>
              <a:rPr lang="en-US" noProof="0"/>
              <a:t>Definitions of Super Categories</a:t>
            </a:r>
          </a:p>
        </p:txBody>
      </p:sp>
      <p:graphicFrame>
        <p:nvGraphicFramePr>
          <p:cNvPr id="4" name="Table 3">
            <a:extLst>
              <a:ext uri="{FF2B5EF4-FFF2-40B4-BE49-F238E27FC236}">
                <a16:creationId xmlns:a16="http://schemas.microsoft.com/office/drawing/2014/main" id="{86BD9AA5-9CA0-67B8-B786-F620DE6A90C8}"/>
              </a:ext>
            </a:extLst>
          </p:cNvPr>
          <p:cNvGraphicFramePr>
            <a:graphicFrameLocks noGrp="1"/>
          </p:cNvGraphicFramePr>
          <p:nvPr>
            <p:extLst>
              <p:ext uri="{D42A27DB-BD31-4B8C-83A1-F6EECF244321}">
                <p14:modId xmlns:p14="http://schemas.microsoft.com/office/powerpoint/2010/main" val="782012852"/>
              </p:ext>
            </p:extLst>
          </p:nvPr>
        </p:nvGraphicFramePr>
        <p:xfrm>
          <a:off x="1352804" y="1507808"/>
          <a:ext cx="9486392" cy="4878073"/>
        </p:xfrm>
        <a:graphic>
          <a:graphicData uri="http://schemas.openxmlformats.org/drawingml/2006/table">
            <a:tbl>
              <a:tblPr firstRow="1" bandRow="1">
                <a:tableStyleId>{5C22544A-7EE6-4342-B048-85BDC9FD1C3A}</a:tableStyleId>
              </a:tblPr>
              <a:tblGrid>
                <a:gridCol w="2356183">
                  <a:extLst>
                    <a:ext uri="{9D8B030D-6E8A-4147-A177-3AD203B41FA5}">
                      <a16:colId xmlns:a16="http://schemas.microsoft.com/office/drawing/2014/main" val="120602161"/>
                    </a:ext>
                  </a:extLst>
                </a:gridCol>
                <a:gridCol w="7130209">
                  <a:extLst>
                    <a:ext uri="{9D8B030D-6E8A-4147-A177-3AD203B41FA5}">
                      <a16:colId xmlns:a16="http://schemas.microsoft.com/office/drawing/2014/main" val="2049412211"/>
                    </a:ext>
                  </a:extLst>
                </a:gridCol>
              </a:tblGrid>
              <a:tr h="397513">
                <a:tc>
                  <a:txBody>
                    <a:bodyPr/>
                    <a:lstStyle/>
                    <a:p>
                      <a:r>
                        <a:rPr lang="en-US" noProof="0"/>
                        <a:t>Group Name</a:t>
                      </a:r>
                    </a:p>
                  </a:txBody>
                  <a:tcPr/>
                </a:tc>
                <a:tc>
                  <a:txBody>
                    <a:bodyPr/>
                    <a:lstStyle/>
                    <a:p>
                      <a:r>
                        <a:rPr lang="en-US" noProof="0"/>
                        <a:t>Definition</a:t>
                      </a:r>
                    </a:p>
                  </a:txBody>
                  <a:tcPr/>
                </a:tc>
                <a:extLst>
                  <a:ext uri="{0D108BD9-81ED-4DB2-BD59-A6C34878D82A}">
                    <a16:rowId xmlns:a16="http://schemas.microsoft.com/office/drawing/2014/main" val="3880029839"/>
                  </a:ext>
                </a:extLst>
              </a:tr>
              <a:tr h="397513">
                <a:tc>
                  <a:txBody>
                    <a:bodyPr/>
                    <a:lstStyle/>
                    <a:p>
                      <a:r>
                        <a:rPr lang="en-US" noProof="0"/>
                        <a:t>Home Care</a:t>
                      </a:r>
                    </a:p>
                  </a:txBody>
                  <a:tcPr/>
                </a:tc>
                <a:tc>
                  <a:txBody>
                    <a:bodyPr/>
                    <a:lstStyle/>
                    <a:p>
                      <a:r>
                        <a:rPr lang="en-US" noProof="0"/>
                        <a:t>detergents, hand and machine dishwashing detergent, scouring powders, disinfectant bleaches, softeners, conditioners, stain remover; general purpose cleanser, window-cleaning products, unblocking agents, disinfectants;  floor wax, polishes;  polishes, creams and other shoe-cleaning articles (shoe brush); insecticides, pesticides, fungicides, distilled water;  dustpans and dust brushes, dusters; cloths, floor cloths, chamois leathers;  dish brush, household sponges, scourers, steel wool;  filters, tablecloths and table napkins, kitchen paper, baking parchment roll, kitchen film, aluminium foil, doily; disposable plates, cups and cutlery;  vacuum cleaner bags; </a:t>
                      </a:r>
                    </a:p>
                    <a:p>
                      <a:r>
                        <a:rPr lang="en-US" noProof="0"/>
                        <a:t>candles, lamp wicks, methylated spirits, plastic bag, garbage bag; </a:t>
                      </a:r>
                    </a:p>
                    <a:p>
                      <a:r>
                        <a:rPr lang="en-US" noProof="0"/>
                        <a:t>matches, clothes pegs, clothes hangers, pins, safety pins, sewing needles, knitting needles, thimbles, nails, screws, nuts and bolts, tacks, washers, glues and adhesive tapes for household use, string, twine and rubber gloves; pool cleaning chemicals and water treatment chemicals.</a:t>
                      </a:r>
                    </a:p>
                  </a:txBody>
                  <a:tcPr/>
                </a:tc>
                <a:extLst>
                  <a:ext uri="{0D108BD9-81ED-4DB2-BD59-A6C34878D82A}">
                    <a16:rowId xmlns:a16="http://schemas.microsoft.com/office/drawing/2014/main" val="2877186659"/>
                  </a:ext>
                </a:extLst>
              </a:tr>
            </a:tbl>
          </a:graphicData>
        </a:graphic>
      </p:graphicFrame>
    </p:spTree>
    <p:extLst>
      <p:ext uri="{BB962C8B-B14F-4D97-AF65-F5344CB8AC3E}">
        <p14:creationId xmlns:p14="http://schemas.microsoft.com/office/powerpoint/2010/main" val="3239820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8F5FE-68F0-AEE4-7BFB-1072A2660F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B7ACF1-B463-342F-DC20-584163F3FD38}"/>
              </a:ext>
            </a:extLst>
          </p:cNvPr>
          <p:cNvSpPr>
            <a:spLocks noGrp="1"/>
          </p:cNvSpPr>
          <p:nvPr>
            <p:ph type="title"/>
          </p:nvPr>
        </p:nvSpPr>
        <p:spPr/>
        <p:txBody>
          <a:bodyPr/>
          <a:lstStyle/>
          <a:p>
            <a:r>
              <a:rPr lang="en-US" noProof="0"/>
              <a:t>Definitions of Super Categories</a:t>
            </a:r>
          </a:p>
        </p:txBody>
      </p:sp>
      <p:graphicFrame>
        <p:nvGraphicFramePr>
          <p:cNvPr id="4" name="Table 3">
            <a:extLst>
              <a:ext uri="{FF2B5EF4-FFF2-40B4-BE49-F238E27FC236}">
                <a16:creationId xmlns:a16="http://schemas.microsoft.com/office/drawing/2014/main" id="{FA4548B0-482C-929D-8D67-21C07687447F}"/>
              </a:ext>
            </a:extLst>
          </p:cNvPr>
          <p:cNvGraphicFramePr>
            <a:graphicFrameLocks noGrp="1"/>
          </p:cNvGraphicFramePr>
          <p:nvPr>
            <p:extLst>
              <p:ext uri="{D42A27DB-BD31-4B8C-83A1-F6EECF244321}">
                <p14:modId xmlns:p14="http://schemas.microsoft.com/office/powerpoint/2010/main" val="1733468618"/>
              </p:ext>
            </p:extLst>
          </p:nvPr>
        </p:nvGraphicFramePr>
        <p:xfrm>
          <a:off x="1352804" y="1507808"/>
          <a:ext cx="9486392" cy="2683513"/>
        </p:xfrm>
        <a:graphic>
          <a:graphicData uri="http://schemas.openxmlformats.org/drawingml/2006/table">
            <a:tbl>
              <a:tblPr firstRow="1" bandRow="1">
                <a:tableStyleId>{5C22544A-7EE6-4342-B048-85BDC9FD1C3A}</a:tableStyleId>
              </a:tblPr>
              <a:tblGrid>
                <a:gridCol w="2356183">
                  <a:extLst>
                    <a:ext uri="{9D8B030D-6E8A-4147-A177-3AD203B41FA5}">
                      <a16:colId xmlns:a16="http://schemas.microsoft.com/office/drawing/2014/main" val="120602161"/>
                    </a:ext>
                  </a:extLst>
                </a:gridCol>
                <a:gridCol w="7130209">
                  <a:extLst>
                    <a:ext uri="{9D8B030D-6E8A-4147-A177-3AD203B41FA5}">
                      <a16:colId xmlns:a16="http://schemas.microsoft.com/office/drawing/2014/main" val="2049412211"/>
                    </a:ext>
                  </a:extLst>
                </a:gridCol>
              </a:tblGrid>
              <a:tr h="397513">
                <a:tc>
                  <a:txBody>
                    <a:bodyPr/>
                    <a:lstStyle/>
                    <a:p>
                      <a:r>
                        <a:rPr lang="en-US" noProof="0"/>
                        <a:t>Group Name</a:t>
                      </a:r>
                    </a:p>
                  </a:txBody>
                  <a:tcPr/>
                </a:tc>
                <a:tc>
                  <a:txBody>
                    <a:bodyPr/>
                    <a:lstStyle/>
                    <a:p>
                      <a:r>
                        <a:rPr lang="en-US" noProof="0" dirty="0"/>
                        <a:t>Definition</a:t>
                      </a:r>
                    </a:p>
                  </a:txBody>
                  <a:tcPr/>
                </a:tc>
                <a:extLst>
                  <a:ext uri="{0D108BD9-81ED-4DB2-BD59-A6C34878D82A}">
                    <a16:rowId xmlns:a16="http://schemas.microsoft.com/office/drawing/2014/main" val="3880029839"/>
                  </a:ext>
                </a:extLst>
              </a:tr>
              <a:tr h="397513">
                <a:tc>
                  <a:txBody>
                    <a:bodyPr/>
                    <a:lstStyle/>
                    <a:p>
                      <a:r>
                        <a:rPr lang="en-US" noProof="0" dirty="0"/>
                        <a:t>Home Care</a:t>
                      </a:r>
                    </a:p>
                  </a:txBody>
                  <a:tcPr/>
                </a:tc>
                <a:tc>
                  <a:txBody>
                    <a:bodyPr/>
                    <a:lstStyle/>
                    <a:p>
                      <a:r>
                        <a:rPr lang="en-US" noProof="0" dirty="0"/>
                        <a:t>insecticides, pesticides, fungicides, distilled water; filters, tablecloths and table napkins, kitchen paper, baking parchment roll, kitchen film, </a:t>
                      </a:r>
                      <a:r>
                        <a:rPr lang="en-US" noProof="0" dirty="0" err="1"/>
                        <a:t>aluminium</a:t>
                      </a:r>
                      <a:r>
                        <a:rPr lang="en-US" noProof="0" dirty="0"/>
                        <a:t> foil, doily; disposable plates, cups and cutlery; candles, lamp wicks, methylated spirits, plastic bags, garbage bags; matches, clothes pegs, clothes hangers, pins, safety pins, sewing needles, knitting needles, thimbles, nails, screws, nuts and bolts, tacks, washers, glues and adhesive tapes for household use, string, twine and rubber gloves, gardening gloves. </a:t>
                      </a:r>
                    </a:p>
                  </a:txBody>
                  <a:tcPr/>
                </a:tc>
                <a:extLst>
                  <a:ext uri="{0D108BD9-81ED-4DB2-BD59-A6C34878D82A}">
                    <a16:rowId xmlns:a16="http://schemas.microsoft.com/office/drawing/2014/main" val="2877186659"/>
                  </a:ext>
                </a:extLst>
              </a:tr>
            </a:tbl>
          </a:graphicData>
        </a:graphic>
      </p:graphicFrame>
    </p:spTree>
    <p:extLst>
      <p:ext uri="{BB962C8B-B14F-4D97-AF65-F5344CB8AC3E}">
        <p14:creationId xmlns:p14="http://schemas.microsoft.com/office/powerpoint/2010/main" val="2350755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A36CE-83E2-8BEA-E89C-03D72EA006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ED901F-3541-BEE6-A1B2-629421F53F15}"/>
              </a:ext>
            </a:extLst>
          </p:cNvPr>
          <p:cNvSpPr>
            <a:spLocks noGrp="1"/>
          </p:cNvSpPr>
          <p:nvPr>
            <p:ph type="title"/>
          </p:nvPr>
        </p:nvSpPr>
        <p:spPr>
          <a:xfrm>
            <a:off x="838200" y="1"/>
            <a:ext cx="10515600" cy="1033272"/>
          </a:xfrm>
        </p:spPr>
        <p:txBody>
          <a:bodyPr/>
          <a:lstStyle/>
          <a:p>
            <a:r>
              <a:rPr lang="en-US" noProof="0" dirty="0"/>
              <a:t>Definitions of Super Categories</a:t>
            </a:r>
          </a:p>
        </p:txBody>
      </p:sp>
      <p:graphicFrame>
        <p:nvGraphicFramePr>
          <p:cNvPr id="4" name="Table 3">
            <a:extLst>
              <a:ext uri="{FF2B5EF4-FFF2-40B4-BE49-F238E27FC236}">
                <a16:creationId xmlns:a16="http://schemas.microsoft.com/office/drawing/2014/main" id="{A2FA9D12-3762-58D0-5058-02B54919F41F}"/>
              </a:ext>
            </a:extLst>
          </p:cNvPr>
          <p:cNvGraphicFramePr>
            <a:graphicFrameLocks noGrp="1"/>
          </p:cNvGraphicFramePr>
          <p:nvPr>
            <p:extLst>
              <p:ext uri="{D42A27DB-BD31-4B8C-83A1-F6EECF244321}">
                <p14:modId xmlns:p14="http://schemas.microsoft.com/office/powerpoint/2010/main" val="4143805510"/>
              </p:ext>
            </p:extLst>
          </p:nvPr>
        </p:nvGraphicFramePr>
        <p:xfrm>
          <a:off x="1102868" y="1033273"/>
          <a:ext cx="10250932" cy="5426713"/>
        </p:xfrm>
        <a:graphic>
          <a:graphicData uri="http://schemas.openxmlformats.org/drawingml/2006/table">
            <a:tbl>
              <a:tblPr firstRow="1" bandRow="1">
                <a:tableStyleId>{5C22544A-7EE6-4342-B048-85BDC9FD1C3A}</a:tableStyleId>
              </a:tblPr>
              <a:tblGrid>
                <a:gridCol w="2546076">
                  <a:extLst>
                    <a:ext uri="{9D8B030D-6E8A-4147-A177-3AD203B41FA5}">
                      <a16:colId xmlns:a16="http://schemas.microsoft.com/office/drawing/2014/main" val="120602161"/>
                    </a:ext>
                  </a:extLst>
                </a:gridCol>
                <a:gridCol w="7704856">
                  <a:extLst>
                    <a:ext uri="{9D8B030D-6E8A-4147-A177-3AD203B41FA5}">
                      <a16:colId xmlns:a16="http://schemas.microsoft.com/office/drawing/2014/main" val="2049412211"/>
                    </a:ext>
                  </a:extLst>
                </a:gridCol>
              </a:tblGrid>
              <a:tr h="397513">
                <a:tc>
                  <a:txBody>
                    <a:bodyPr/>
                    <a:lstStyle/>
                    <a:p>
                      <a:r>
                        <a:rPr lang="en-US" noProof="0" dirty="0"/>
                        <a:t>Group Name</a:t>
                      </a:r>
                    </a:p>
                  </a:txBody>
                  <a:tcPr/>
                </a:tc>
                <a:tc>
                  <a:txBody>
                    <a:bodyPr/>
                    <a:lstStyle/>
                    <a:p>
                      <a:r>
                        <a:rPr lang="en-US" noProof="0" dirty="0"/>
                        <a:t>Definition</a:t>
                      </a:r>
                    </a:p>
                  </a:txBody>
                  <a:tcPr/>
                </a:tc>
                <a:extLst>
                  <a:ext uri="{0D108BD9-81ED-4DB2-BD59-A6C34878D82A}">
                    <a16:rowId xmlns:a16="http://schemas.microsoft.com/office/drawing/2014/main" val="3880029839"/>
                  </a:ext>
                </a:extLst>
              </a:tr>
              <a:tr h="397513">
                <a:tc>
                  <a:txBody>
                    <a:bodyPr/>
                    <a:lstStyle/>
                    <a:p>
                      <a:r>
                        <a:rPr lang="en-US" noProof="0" dirty="0"/>
                        <a:t>Personal Care</a:t>
                      </a:r>
                    </a:p>
                  </a:txBody>
                  <a:tcPr/>
                </a:tc>
                <a:tc>
                  <a:txBody>
                    <a:bodyPr/>
                    <a:lstStyle/>
                    <a:p>
                      <a:r>
                        <a:rPr lang="en-US" noProof="0" dirty="0"/>
                        <a:t>electric razors, hair trimmers and epilators, hand-held and hood hairdryers, straightening irons, curling tongs and styling combs, sunlamps, vibrators, electric toothbrushes and other electric appliances for dental hygiene, etc.; </a:t>
                      </a:r>
                      <a:br>
                        <a:rPr lang="en-US" noProof="0" dirty="0"/>
                      </a:br>
                      <a:br>
                        <a:rPr lang="en-US" noProof="0" dirty="0"/>
                      </a:br>
                      <a:r>
                        <a:rPr lang="en-US" noProof="0" dirty="0"/>
                        <a:t>non-electric appliances: shavers, razors and hair trimmers and blades therefor, scissors, nail  files, combs, shaving brushes, hairbrushes, toothbrushes, nail brushes, hairpins, curlers, personal weighing machines, scales, etc.;</a:t>
                      </a:r>
                      <a:br>
                        <a:rPr lang="en-US" noProof="0" dirty="0"/>
                      </a:br>
                      <a:br>
                        <a:rPr lang="en-US" noProof="0" dirty="0"/>
                      </a:br>
                      <a:r>
                        <a:rPr lang="en-US" noProof="0" dirty="0"/>
                        <a:t>articles for personal hygiene: toilet soap, medicinal soap, cleansing oil and milk, shaving soap, shaving cream and foam, toothpaste, epilation wax, paper handkerchiefs, etc.; </a:t>
                      </a:r>
                    </a:p>
                    <a:p>
                      <a:endParaRPr lang="en-US" noProof="0" dirty="0"/>
                    </a:p>
                    <a:p>
                      <a:r>
                        <a:rPr lang="en-US" noProof="0" dirty="0"/>
                        <a:t>beauty products: lipstick, nail varnish, make-up and make-up removal products (including powder compacts, brushes and powder puffs), hair lacquers and lotions, pre-shave and after-shave products, sunbathing products and sunscreens, hair removers, perfumes and toilet waters, personal deodorants, bath products, etc. </a:t>
                      </a:r>
                    </a:p>
                  </a:txBody>
                  <a:tcPr/>
                </a:tc>
                <a:extLst>
                  <a:ext uri="{0D108BD9-81ED-4DB2-BD59-A6C34878D82A}">
                    <a16:rowId xmlns:a16="http://schemas.microsoft.com/office/drawing/2014/main" val="2877186659"/>
                  </a:ext>
                </a:extLst>
              </a:tr>
            </a:tbl>
          </a:graphicData>
        </a:graphic>
      </p:graphicFrame>
    </p:spTree>
    <p:extLst>
      <p:ext uri="{BB962C8B-B14F-4D97-AF65-F5344CB8AC3E}">
        <p14:creationId xmlns:p14="http://schemas.microsoft.com/office/powerpoint/2010/main" val="33424806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39DE1-EA09-DEA3-C685-13E7406C8A9B}"/>
              </a:ext>
            </a:extLst>
          </p:cNvPr>
          <p:cNvSpPr>
            <a:spLocks noGrp="1"/>
          </p:cNvSpPr>
          <p:nvPr>
            <p:ph type="title"/>
          </p:nvPr>
        </p:nvSpPr>
        <p:spPr>
          <a:xfrm>
            <a:off x="838200" y="269239"/>
            <a:ext cx="10515600" cy="823595"/>
          </a:xfrm>
        </p:spPr>
        <p:txBody>
          <a:bodyPr/>
          <a:lstStyle/>
          <a:p>
            <a:r>
              <a:rPr lang="en-US" noProof="0" dirty="0"/>
              <a:t>Challenges</a:t>
            </a:r>
          </a:p>
        </p:txBody>
      </p:sp>
      <p:sp>
        <p:nvSpPr>
          <p:cNvPr id="3" name="Content Placeholder 2">
            <a:extLst>
              <a:ext uri="{FF2B5EF4-FFF2-40B4-BE49-F238E27FC236}">
                <a16:creationId xmlns:a16="http://schemas.microsoft.com/office/drawing/2014/main" id="{BC245503-D43D-BE51-0167-1E1A74991B38}"/>
              </a:ext>
            </a:extLst>
          </p:cNvPr>
          <p:cNvSpPr>
            <a:spLocks noGrp="1"/>
          </p:cNvSpPr>
          <p:nvPr>
            <p:ph idx="1"/>
          </p:nvPr>
        </p:nvSpPr>
        <p:spPr/>
        <p:txBody>
          <a:bodyPr/>
          <a:lstStyle/>
          <a:p>
            <a:pPr marL="514350" indent="-514350">
              <a:buAutoNum type="arabicPeriod"/>
            </a:pPr>
            <a:r>
              <a:rPr lang="en-US" noProof="0" dirty="0"/>
              <a:t>Manual assignment is not possible as we have thousands of categories.</a:t>
            </a:r>
          </a:p>
          <a:p>
            <a:pPr marL="514350" indent="-514350">
              <a:buAutoNum type="arabicPeriod"/>
            </a:pPr>
            <a:r>
              <a:rPr lang="en-US" noProof="0" dirty="0"/>
              <a:t>No target labels are available (self-supervised learning).</a:t>
            </a:r>
          </a:p>
          <a:p>
            <a:pPr marL="514350" indent="-514350">
              <a:buAutoNum type="arabicPeriod"/>
            </a:pPr>
            <a:r>
              <a:rPr lang="en-US" noProof="0" dirty="0"/>
              <a:t>Solution must have a high accuracy to minimize human efforts.</a:t>
            </a:r>
          </a:p>
          <a:p>
            <a:pPr marL="514350" indent="-514350">
              <a:buAutoNum type="arabicPeriod"/>
            </a:pPr>
            <a:endParaRPr lang="en-US" noProof="0" dirty="0"/>
          </a:p>
          <a:p>
            <a:pPr marL="514350" indent="-514350">
              <a:buAutoNum type="arabicPeriod"/>
            </a:pPr>
            <a:endParaRPr lang="en-US" noProof="0" dirty="0"/>
          </a:p>
        </p:txBody>
      </p:sp>
    </p:spTree>
    <p:extLst>
      <p:ext uri="{BB962C8B-B14F-4D97-AF65-F5344CB8AC3E}">
        <p14:creationId xmlns:p14="http://schemas.microsoft.com/office/powerpoint/2010/main" val="2829974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06DA9-8986-F238-0D23-CB33607C42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900409-ED43-9456-27A2-2448A79B61C5}"/>
              </a:ext>
            </a:extLst>
          </p:cNvPr>
          <p:cNvSpPr>
            <a:spLocks noGrp="1"/>
          </p:cNvSpPr>
          <p:nvPr>
            <p:ph type="title"/>
          </p:nvPr>
        </p:nvSpPr>
        <p:spPr>
          <a:xfrm>
            <a:off x="838200" y="269239"/>
            <a:ext cx="10515600" cy="823595"/>
          </a:xfrm>
        </p:spPr>
        <p:txBody>
          <a:bodyPr/>
          <a:lstStyle/>
          <a:p>
            <a:r>
              <a:rPr lang="en-US" noProof="0" dirty="0"/>
              <a:t>Opportunities</a:t>
            </a:r>
          </a:p>
        </p:txBody>
      </p:sp>
      <p:sp>
        <p:nvSpPr>
          <p:cNvPr id="3" name="Content Placeholder 2">
            <a:extLst>
              <a:ext uri="{FF2B5EF4-FFF2-40B4-BE49-F238E27FC236}">
                <a16:creationId xmlns:a16="http://schemas.microsoft.com/office/drawing/2014/main" id="{2750E473-56BA-13FD-0D4F-9E10B5E6F5AC}"/>
              </a:ext>
            </a:extLst>
          </p:cNvPr>
          <p:cNvSpPr>
            <a:spLocks noGrp="1"/>
          </p:cNvSpPr>
          <p:nvPr>
            <p:ph idx="1"/>
          </p:nvPr>
        </p:nvSpPr>
        <p:spPr/>
        <p:txBody>
          <a:bodyPr/>
          <a:lstStyle/>
          <a:p>
            <a:pPr marL="514350" indent="-514350">
              <a:buAutoNum type="arabicPeriod"/>
            </a:pPr>
            <a:r>
              <a:rPr lang="en-US" noProof="0" dirty="0"/>
              <a:t>Decision boundaries are perfectly separable.</a:t>
            </a:r>
          </a:p>
          <a:p>
            <a:pPr lvl="1"/>
            <a:r>
              <a:rPr lang="en-US" noProof="0" dirty="0"/>
              <a:t>The four super categories are perfectly distinguishable.</a:t>
            </a:r>
          </a:p>
          <a:p>
            <a:pPr marL="514350" indent="-514350">
              <a:buAutoNum type="arabicPeriod"/>
            </a:pPr>
            <a:r>
              <a:rPr lang="en-US" noProof="0" dirty="0"/>
              <a:t>LLMs can be leveraged to achieve exceptional accuracy.</a:t>
            </a:r>
          </a:p>
          <a:p>
            <a:pPr marL="514350" indent="-514350">
              <a:buAutoNum type="arabicPeriod"/>
            </a:pPr>
            <a:endParaRPr lang="en-US" noProof="0" dirty="0"/>
          </a:p>
        </p:txBody>
      </p:sp>
    </p:spTree>
    <p:extLst>
      <p:ext uri="{BB962C8B-B14F-4D97-AF65-F5344CB8AC3E}">
        <p14:creationId xmlns:p14="http://schemas.microsoft.com/office/powerpoint/2010/main" val="1064822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43BEA-2364-6BFC-8C2B-FA9A874E9B6A}"/>
              </a:ext>
            </a:extLst>
          </p:cNvPr>
          <p:cNvSpPr>
            <a:spLocks noGrp="1"/>
          </p:cNvSpPr>
          <p:nvPr>
            <p:ph type="title"/>
          </p:nvPr>
        </p:nvSpPr>
        <p:spPr/>
        <p:txBody>
          <a:bodyPr/>
          <a:lstStyle/>
          <a:p>
            <a:r>
              <a:rPr lang="en-US" noProof="0" dirty="0"/>
              <a:t>Required Deliverable</a:t>
            </a:r>
          </a:p>
        </p:txBody>
      </p:sp>
      <p:sp>
        <p:nvSpPr>
          <p:cNvPr id="3" name="Content Placeholder 2">
            <a:extLst>
              <a:ext uri="{FF2B5EF4-FFF2-40B4-BE49-F238E27FC236}">
                <a16:creationId xmlns:a16="http://schemas.microsoft.com/office/drawing/2014/main" id="{ED6C5001-3862-C3D9-EE30-253BA35BCA02}"/>
              </a:ext>
            </a:extLst>
          </p:cNvPr>
          <p:cNvSpPr>
            <a:spLocks noGrp="1"/>
          </p:cNvSpPr>
          <p:nvPr>
            <p:ph idx="1"/>
          </p:nvPr>
        </p:nvSpPr>
        <p:spPr>
          <a:xfrm>
            <a:off x="838200" y="1789049"/>
            <a:ext cx="10515600" cy="4351338"/>
          </a:xfrm>
        </p:spPr>
        <p:txBody>
          <a:bodyPr/>
          <a:lstStyle/>
          <a:p>
            <a:pPr marL="0" indent="0">
              <a:buNone/>
            </a:pPr>
            <a:r>
              <a:rPr lang="en-US" noProof="0" dirty="0"/>
              <a:t>1. Python script that takes categories file as input (in CSV/XLSX format) and generates an output file (in CSV/XLSX) with an additional column </a:t>
            </a:r>
          </a:p>
        </p:txBody>
      </p:sp>
    </p:spTree>
    <p:extLst>
      <p:ext uri="{BB962C8B-B14F-4D97-AF65-F5344CB8AC3E}">
        <p14:creationId xmlns:p14="http://schemas.microsoft.com/office/powerpoint/2010/main" val="7639416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2663A-A477-6B7B-C1A7-69EFB1D737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2C9727-D94E-82CB-54D1-45FB253CA26D}"/>
              </a:ext>
            </a:extLst>
          </p:cNvPr>
          <p:cNvSpPr>
            <a:spLocks noGrp="1"/>
          </p:cNvSpPr>
          <p:nvPr>
            <p:ph type="ctrTitle"/>
          </p:nvPr>
        </p:nvSpPr>
        <p:spPr/>
        <p:txBody>
          <a:bodyPr/>
          <a:lstStyle/>
          <a:p>
            <a:r>
              <a:rPr lang="en-US" noProof="0" dirty="0"/>
              <a:t>Time Series – Anomaly Correction</a:t>
            </a:r>
          </a:p>
        </p:txBody>
      </p:sp>
    </p:spTree>
    <p:extLst>
      <p:ext uri="{BB962C8B-B14F-4D97-AF65-F5344CB8AC3E}">
        <p14:creationId xmlns:p14="http://schemas.microsoft.com/office/powerpoint/2010/main" val="3180061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94C6B-6877-24B1-0AE1-5EF427AD0717}"/>
              </a:ext>
            </a:extLst>
          </p:cNvPr>
          <p:cNvSpPr>
            <a:spLocks noGrp="1"/>
          </p:cNvSpPr>
          <p:nvPr>
            <p:ph type="title"/>
          </p:nvPr>
        </p:nvSpPr>
        <p:spPr/>
        <p:txBody>
          <a:bodyPr/>
          <a:lstStyle/>
          <a:p>
            <a:r>
              <a:rPr lang="en-US" dirty="0"/>
              <a:t>Example</a:t>
            </a:r>
          </a:p>
        </p:txBody>
      </p:sp>
      <p:pic>
        <p:nvPicPr>
          <p:cNvPr id="7" name="Picture 6">
            <a:extLst>
              <a:ext uri="{FF2B5EF4-FFF2-40B4-BE49-F238E27FC236}">
                <a16:creationId xmlns:a16="http://schemas.microsoft.com/office/drawing/2014/main" id="{56291B9D-D7A4-F2AF-1DAF-A1FFDEA4AEED}"/>
              </a:ext>
            </a:extLst>
          </p:cNvPr>
          <p:cNvPicPr>
            <a:picLocks noChangeAspect="1"/>
          </p:cNvPicPr>
          <p:nvPr/>
        </p:nvPicPr>
        <p:blipFill>
          <a:blip r:embed="rId2"/>
          <a:stretch>
            <a:fillRect/>
          </a:stretch>
        </p:blipFill>
        <p:spPr>
          <a:xfrm>
            <a:off x="2765866" y="1690688"/>
            <a:ext cx="6328196" cy="3944454"/>
          </a:xfrm>
          <a:prstGeom prst="rect">
            <a:avLst/>
          </a:prstGeom>
        </p:spPr>
      </p:pic>
    </p:spTree>
    <p:extLst>
      <p:ext uri="{BB962C8B-B14F-4D97-AF65-F5344CB8AC3E}">
        <p14:creationId xmlns:p14="http://schemas.microsoft.com/office/powerpoint/2010/main" val="2648968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A8C27-1D68-31E2-B0F8-46FC2841D082}"/>
              </a:ext>
            </a:extLst>
          </p:cNvPr>
          <p:cNvSpPr>
            <a:spLocks noGrp="1"/>
          </p:cNvSpPr>
          <p:nvPr>
            <p:ph type="title"/>
          </p:nvPr>
        </p:nvSpPr>
        <p:spPr/>
        <p:txBody>
          <a:bodyPr/>
          <a:lstStyle/>
          <a:p>
            <a:r>
              <a:rPr lang="en-US" dirty="0"/>
              <a:t>To Dos</a:t>
            </a:r>
          </a:p>
        </p:txBody>
      </p:sp>
      <p:sp>
        <p:nvSpPr>
          <p:cNvPr id="3" name="Content Placeholder 2">
            <a:extLst>
              <a:ext uri="{FF2B5EF4-FFF2-40B4-BE49-F238E27FC236}">
                <a16:creationId xmlns:a16="http://schemas.microsoft.com/office/drawing/2014/main" id="{955F2893-2CF0-921B-0CB0-EB39BB94139B}"/>
              </a:ext>
            </a:extLst>
          </p:cNvPr>
          <p:cNvSpPr>
            <a:spLocks noGrp="1"/>
          </p:cNvSpPr>
          <p:nvPr>
            <p:ph idx="1"/>
          </p:nvPr>
        </p:nvSpPr>
        <p:spPr/>
        <p:txBody>
          <a:bodyPr/>
          <a:lstStyle/>
          <a:p>
            <a:r>
              <a:rPr lang="en-US" dirty="0"/>
              <a:t>Develop a script that automatically detects such jumps.</a:t>
            </a:r>
          </a:p>
          <a:p>
            <a:pPr lvl="1"/>
            <a:r>
              <a:rPr lang="en-US" dirty="0"/>
              <a:t>There can either be a jump or no-jump.</a:t>
            </a:r>
          </a:p>
          <a:p>
            <a:pPr lvl="1"/>
            <a:r>
              <a:rPr lang="en-US" dirty="0"/>
              <a:t>Assume that at Max there is only one jump.</a:t>
            </a:r>
          </a:p>
          <a:p>
            <a:pPr lvl="1"/>
            <a:endParaRPr lang="en-US" dirty="0"/>
          </a:p>
          <a:p>
            <a:r>
              <a:rPr lang="en-US" dirty="0"/>
              <a:t>Develop a script that corrects for such jumps.</a:t>
            </a:r>
          </a:p>
          <a:p>
            <a:pPr lvl="1"/>
            <a:r>
              <a:rPr lang="en-US" dirty="0"/>
              <a:t>Assume that you know the jump point, now develop an algorithm that corrects the time series.</a:t>
            </a:r>
          </a:p>
        </p:txBody>
      </p:sp>
    </p:spTree>
    <p:extLst>
      <p:ext uri="{BB962C8B-B14F-4D97-AF65-F5344CB8AC3E}">
        <p14:creationId xmlns:p14="http://schemas.microsoft.com/office/powerpoint/2010/main" val="26985753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93402-1A65-8E6B-A1D7-C5FD43230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E8BF04-FA4B-3BD9-6A88-D53F62E92FAA}"/>
              </a:ext>
            </a:extLst>
          </p:cNvPr>
          <p:cNvSpPr>
            <a:spLocks noGrp="1"/>
          </p:cNvSpPr>
          <p:nvPr>
            <p:ph type="title"/>
          </p:nvPr>
        </p:nvSpPr>
        <p:spPr>
          <a:xfrm>
            <a:off x="838200" y="365125"/>
            <a:ext cx="10515600" cy="924179"/>
          </a:xfrm>
        </p:spPr>
        <p:txBody>
          <a:bodyPr/>
          <a:lstStyle/>
          <a:p>
            <a:r>
              <a:rPr lang="en-US" dirty="0"/>
              <a:t>Corrected</a:t>
            </a:r>
          </a:p>
        </p:txBody>
      </p:sp>
      <p:pic>
        <p:nvPicPr>
          <p:cNvPr id="7" name="Picture 6">
            <a:extLst>
              <a:ext uri="{FF2B5EF4-FFF2-40B4-BE49-F238E27FC236}">
                <a16:creationId xmlns:a16="http://schemas.microsoft.com/office/drawing/2014/main" id="{C1AD9D85-1614-C3F1-5428-B09017409DC4}"/>
              </a:ext>
            </a:extLst>
          </p:cNvPr>
          <p:cNvPicPr>
            <a:picLocks noChangeAspect="1"/>
          </p:cNvPicPr>
          <p:nvPr/>
        </p:nvPicPr>
        <p:blipFill>
          <a:blip r:embed="rId2"/>
          <a:stretch>
            <a:fillRect/>
          </a:stretch>
        </p:blipFill>
        <p:spPr>
          <a:xfrm>
            <a:off x="2777898" y="1841784"/>
            <a:ext cx="6328196" cy="3944454"/>
          </a:xfrm>
          <a:prstGeom prst="rect">
            <a:avLst/>
          </a:prstGeom>
        </p:spPr>
      </p:pic>
    </p:spTree>
    <p:extLst>
      <p:ext uri="{BB962C8B-B14F-4D97-AF65-F5344CB8AC3E}">
        <p14:creationId xmlns:p14="http://schemas.microsoft.com/office/powerpoint/2010/main" val="14866240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995</Words>
  <Application>Microsoft Office PowerPoint</Application>
  <PresentationFormat>Widescreen</PresentationFormat>
  <Paragraphs>113</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Cambria Math</vt:lpstr>
      <vt:lpstr>Office Theme</vt:lpstr>
      <vt:lpstr>INTRODUCTORY SESSION</vt:lpstr>
      <vt:lpstr>Content</vt:lpstr>
      <vt:lpstr>INTRODUCTIONS</vt:lpstr>
      <vt:lpstr>ADMIN</vt:lpstr>
      <vt:lpstr>Admin</vt:lpstr>
      <vt:lpstr>Classification of Categories</vt:lpstr>
      <vt:lpstr>Problem Statement</vt:lpstr>
      <vt:lpstr>Sample Data</vt:lpstr>
      <vt:lpstr>Definitions of Super Categories</vt:lpstr>
      <vt:lpstr>Definitions of Super Categories</vt:lpstr>
      <vt:lpstr>Definitions of Super Categories</vt:lpstr>
      <vt:lpstr>Definitions of Super Categories</vt:lpstr>
      <vt:lpstr>Challenges</vt:lpstr>
      <vt:lpstr>Opportunities</vt:lpstr>
      <vt:lpstr>Required Deliverable</vt:lpstr>
      <vt:lpstr>Time Series – Anomaly Correction</vt:lpstr>
      <vt:lpstr>Example</vt:lpstr>
      <vt:lpstr>To Dos</vt:lpstr>
      <vt:lpstr>Corrected</vt:lpstr>
    </vt:vector>
  </TitlesOfParts>
  <Company>YouGov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Muzammil Hussain</dc:creator>
  <cp:lastModifiedBy>Muzammil Hussain</cp:lastModifiedBy>
  <cp:revision>1</cp:revision>
  <dcterms:created xsi:type="dcterms:W3CDTF">2026-03-16T14:44:19Z</dcterms:created>
  <dcterms:modified xsi:type="dcterms:W3CDTF">2026-03-27T07:10:18Z</dcterms:modified>
</cp:coreProperties>
</file>